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20"/>
  </p:notesMasterIdLst>
  <p:handoutMasterIdLst>
    <p:handoutMasterId r:id="rId21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0080625" cy="5670550"/>
  <p:notesSz cx="7559675" cy="106918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72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isco Alia Hernández" userId="19ac7215-f1c4-4db4-9b56-4a0303001f57" providerId="ADAL" clId="{4A9CAECE-1E84-40B7-8180-0F048916D496}"/>
    <pc:docChg chg="modSld">
      <pc:chgData name="Francisco Alia Hernández" userId="19ac7215-f1c4-4db4-9b56-4a0303001f57" providerId="ADAL" clId="{4A9CAECE-1E84-40B7-8180-0F048916D496}" dt="2025-09-25T07:41:26.868" v="1" actId="20577"/>
      <pc:docMkLst>
        <pc:docMk/>
      </pc:docMkLst>
      <pc:sldChg chg="modSp mod">
        <pc:chgData name="Francisco Alia Hernández" userId="19ac7215-f1c4-4db4-9b56-4a0303001f57" providerId="ADAL" clId="{4A9CAECE-1E84-40B7-8180-0F048916D496}" dt="2025-09-25T07:41:26.868" v="1" actId="20577"/>
        <pc:sldMkLst>
          <pc:docMk/>
          <pc:sldMk cId="0" sldId="256"/>
        </pc:sldMkLst>
        <pc:spChg chg="mod">
          <ac:chgData name="Francisco Alia Hernández" userId="19ac7215-f1c4-4db4-9b56-4a0303001f57" providerId="ADAL" clId="{4A9CAECE-1E84-40B7-8180-0F048916D496}" dt="2025-09-25T07:41:26.868" v="1" actId="20577"/>
          <ac:spMkLst>
            <pc:docMk/>
            <pc:sldMk cId="0" sldId="256"/>
            <ac:spMk id="3" creationId="{F88B7F38-11E3-E321-7F13-EE0F7C065D05}"/>
          </ac:spMkLst>
        </pc:spChg>
      </pc:sldChg>
    </pc:docChg>
  </pc:docChgLst>
  <pc:docChgLst>
    <pc:chgData name="Juan García Aguilar" userId="de58f566-0b32-41fd-9429-bd3351bd8169" providerId="ADAL" clId="{382D053E-F411-47C5-BF16-22020DE3CC0D}"/>
    <pc:docChg chg="undo custSel addSld modSld">
      <pc:chgData name="Juan García Aguilar" userId="de58f566-0b32-41fd-9429-bd3351bd8169" providerId="ADAL" clId="{382D053E-F411-47C5-BF16-22020DE3CC0D}" dt="2023-11-12T10:29:21.321" v="3778" actId="113"/>
      <pc:docMkLst>
        <pc:docMk/>
      </pc:docMkLst>
      <pc:sldChg chg="modSp mod">
        <pc:chgData name="Juan García Aguilar" userId="de58f566-0b32-41fd-9429-bd3351bd8169" providerId="ADAL" clId="{382D053E-F411-47C5-BF16-22020DE3CC0D}" dt="2023-11-01T08:18:38.400" v="26" actId="20577"/>
        <pc:sldMkLst>
          <pc:docMk/>
          <pc:sldMk cId="0" sldId="256"/>
        </pc:sldMkLst>
        <pc:spChg chg="mod">
          <ac:chgData name="Juan García Aguilar" userId="de58f566-0b32-41fd-9429-bd3351bd8169" providerId="ADAL" clId="{382D053E-F411-47C5-BF16-22020DE3CC0D}" dt="2023-11-01T08:18:27.050" v="4"/>
          <ac:spMkLst>
            <pc:docMk/>
            <pc:sldMk cId="0" sldId="256"/>
            <ac:spMk id="2" creationId="{AC8EDEA5-DC14-5B09-B6E5-F0BE9C9C87AB}"/>
          </ac:spMkLst>
        </pc:spChg>
        <pc:spChg chg="mod">
          <ac:chgData name="Juan García Aguilar" userId="de58f566-0b32-41fd-9429-bd3351bd8169" providerId="ADAL" clId="{382D053E-F411-47C5-BF16-22020DE3CC0D}" dt="2023-11-01T08:18:38.400" v="26" actId="20577"/>
          <ac:spMkLst>
            <pc:docMk/>
            <pc:sldMk cId="0" sldId="256"/>
            <ac:spMk id="3" creationId="{F88B7F38-11E3-E321-7F13-EE0F7C065D05}"/>
          </ac:spMkLst>
        </pc:spChg>
      </pc:sldChg>
      <pc:sldChg chg="addSp modSp mod">
        <pc:chgData name="Juan García Aguilar" userId="de58f566-0b32-41fd-9429-bd3351bd8169" providerId="ADAL" clId="{382D053E-F411-47C5-BF16-22020DE3CC0D}" dt="2023-11-06T17:01:23.841" v="1991" actId="113"/>
        <pc:sldMkLst>
          <pc:docMk/>
          <pc:sldMk cId="0" sldId="257"/>
        </pc:sldMkLst>
        <pc:spChg chg="mod">
          <ac:chgData name="Juan García Aguilar" userId="de58f566-0b32-41fd-9429-bd3351bd8169" providerId="ADAL" clId="{382D053E-F411-47C5-BF16-22020DE3CC0D}" dt="2023-11-01T08:36:46.758" v="51" actId="20577"/>
          <ac:spMkLst>
            <pc:docMk/>
            <pc:sldMk cId="0" sldId="257"/>
            <ac:spMk id="2" creationId="{3DF019EC-9FAD-65C2-B0A2-DA6BEF38BC25}"/>
          </ac:spMkLst>
        </pc:spChg>
        <pc:spChg chg="add mod">
          <ac:chgData name="Juan García Aguilar" userId="de58f566-0b32-41fd-9429-bd3351bd8169" providerId="ADAL" clId="{382D053E-F411-47C5-BF16-22020DE3CC0D}" dt="2023-11-01T08:37:17.905" v="84" actId="20577"/>
          <ac:spMkLst>
            <pc:docMk/>
            <pc:sldMk cId="0" sldId="257"/>
            <ac:spMk id="3" creationId="{42D25CFD-62EB-6453-CC54-905BDCDD4140}"/>
          </ac:spMkLst>
        </pc:spChg>
        <pc:spChg chg="add mod">
          <ac:chgData name="Juan García Aguilar" userId="de58f566-0b32-41fd-9429-bd3351bd8169" providerId="ADAL" clId="{382D053E-F411-47C5-BF16-22020DE3CC0D}" dt="2023-11-01T08:46:36.357" v="266" actId="20577"/>
          <ac:spMkLst>
            <pc:docMk/>
            <pc:sldMk cId="0" sldId="257"/>
            <ac:spMk id="4" creationId="{9E615458-C3EC-3B4F-2526-CA4623ED7D0C}"/>
          </ac:spMkLst>
        </pc:spChg>
        <pc:spChg chg="add mod">
          <ac:chgData name="Juan García Aguilar" userId="de58f566-0b32-41fd-9429-bd3351bd8169" providerId="ADAL" clId="{382D053E-F411-47C5-BF16-22020DE3CC0D}" dt="2023-11-06T17:01:23.841" v="1991" actId="113"/>
          <ac:spMkLst>
            <pc:docMk/>
            <pc:sldMk cId="0" sldId="257"/>
            <ac:spMk id="5" creationId="{F9262B43-FCD7-6269-CBB7-9D3B521DA5DC}"/>
          </ac:spMkLst>
        </pc:spChg>
      </pc:sldChg>
      <pc:sldChg chg="addSp delSp modSp add mod">
        <pc:chgData name="Juan García Aguilar" userId="de58f566-0b32-41fd-9429-bd3351bd8169" providerId="ADAL" clId="{382D053E-F411-47C5-BF16-22020DE3CC0D}" dt="2023-11-12T10:24:52.555" v="3776" actId="113"/>
        <pc:sldMkLst>
          <pc:docMk/>
          <pc:sldMk cId="3132505121" sldId="258"/>
        </pc:sldMkLst>
        <pc:spChg chg="del">
          <ac:chgData name="Juan García Aguilar" userId="de58f566-0b32-41fd-9429-bd3351bd8169" providerId="ADAL" clId="{382D053E-F411-47C5-BF16-22020DE3CC0D}" dt="2023-11-01T08:52:36.375" v="270" actId="478"/>
          <ac:spMkLst>
            <pc:docMk/>
            <pc:sldMk cId="3132505121" sldId="258"/>
            <ac:spMk id="3" creationId="{42D25CFD-62EB-6453-CC54-905BDCDD4140}"/>
          </ac:spMkLst>
        </pc:spChg>
        <pc:spChg chg="del">
          <ac:chgData name="Juan García Aguilar" userId="de58f566-0b32-41fd-9429-bd3351bd8169" providerId="ADAL" clId="{382D053E-F411-47C5-BF16-22020DE3CC0D}" dt="2023-11-01T08:52:34.176" v="269" actId="478"/>
          <ac:spMkLst>
            <pc:docMk/>
            <pc:sldMk cId="3132505121" sldId="258"/>
            <ac:spMk id="4" creationId="{9E615458-C3EC-3B4F-2526-CA4623ED7D0C}"/>
          </ac:spMkLst>
        </pc:spChg>
        <pc:spChg chg="del">
          <ac:chgData name="Juan García Aguilar" userId="de58f566-0b32-41fd-9429-bd3351bd8169" providerId="ADAL" clId="{382D053E-F411-47C5-BF16-22020DE3CC0D}" dt="2023-11-01T08:52:31.966" v="268" actId="478"/>
          <ac:spMkLst>
            <pc:docMk/>
            <pc:sldMk cId="3132505121" sldId="258"/>
            <ac:spMk id="5" creationId="{F9262B43-FCD7-6269-CBB7-9D3B521DA5DC}"/>
          </ac:spMkLst>
        </pc:spChg>
        <pc:spChg chg="add mod">
          <ac:chgData name="Juan García Aguilar" userId="de58f566-0b32-41fd-9429-bd3351bd8169" providerId="ADAL" clId="{382D053E-F411-47C5-BF16-22020DE3CC0D}" dt="2023-11-12T10:24:52.555" v="3776" actId="113"/>
          <ac:spMkLst>
            <pc:docMk/>
            <pc:sldMk cId="3132505121" sldId="258"/>
            <ac:spMk id="6" creationId="{1F78A97C-7BCF-5C92-84DE-4AF66D149EA7}"/>
          </ac:spMkLst>
        </pc:spChg>
        <pc:spChg chg="add mod">
          <ac:chgData name="Juan García Aguilar" userId="de58f566-0b32-41fd-9429-bd3351bd8169" providerId="ADAL" clId="{382D053E-F411-47C5-BF16-22020DE3CC0D}" dt="2023-11-01T08:54:13.015" v="434" actId="1076"/>
          <ac:spMkLst>
            <pc:docMk/>
            <pc:sldMk cId="3132505121" sldId="258"/>
            <ac:spMk id="8" creationId="{50028756-1A2C-2D6C-EA0C-3A8429865E01}"/>
          </ac:spMkLst>
        </pc:spChg>
      </pc:sldChg>
      <pc:sldChg chg="addSp delSp modSp add mod">
        <pc:chgData name="Juan García Aguilar" userId="de58f566-0b32-41fd-9429-bd3351bd8169" providerId="ADAL" clId="{382D053E-F411-47C5-BF16-22020DE3CC0D}" dt="2023-11-03T07:52:31.238" v="598" actId="20577"/>
        <pc:sldMkLst>
          <pc:docMk/>
          <pc:sldMk cId="2988816360" sldId="259"/>
        </pc:sldMkLst>
        <pc:spChg chg="add mod">
          <ac:chgData name="Juan García Aguilar" userId="de58f566-0b32-41fd-9429-bd3351bd8169" providerId="ADAL" clId="{382D053E-F411-47C5-BF16-22020DE3CC0D}" dt="2023-11-03T07:52:31.238" v="598" actId="20577"/>
          <ac:spMkLst>
            <pc:docMk/>
            <pc:sldMk cId="2988816360" sldId="259"/>
            <ac:spMk id="3" creationId="{63470F8A-5038-1C31-C4A4-933A5B3FAF03}"/>
          </ac:spMkLst>
        </pc:spChg>
        <pc:spChg chg="add del">
          <ac:chgData name="Juan García Aguilar" userId="de58f566-0b32-41fd-9429-bd3351bd8169" providerId="ADAL" clId="{382D053E-F411-47C5-BF16-22020DE3CC0D}" dt="2023-11-01T09:07:35.841" v="442"/>
          <ac:spMkLst>
            <pc:docMk/>
            <pc:sldMk cId="2988816360" sldId="259"/>
            <ac:spMk id="4" creationId="{50102276-8507-AD71-FD7A-D528CA36A2A7}"/>
          </ac:spMkLst>
        </pc:spChg>
        <pc:spChg chg="add del">
          <ac:chgData name="Juan García Aguilar" userId="de58f566-0b32-41fd-9429-bd3351bd8169" providerId="ADAL" clId="{382D053E-F411-47C5-BF16-22020DE3CC0D}" dt="2023-11-01T09:07:42.855" v="444"/>
          <ac:spMkLst>
            <pc:docMk/>
            <pc:sldMk cId="2988816360" sldId="259"/>
            <ac:spMk id="5" creationId="{C489BF05-B3F3-5353-91DE-BB68CCB2C1A8}"/>
          </ac:spMkLst>
        </pc:spChg>
        <pc:spChg chg="del">
          <ac:chgData name="Juan García Aguilar" userId="de58f566-0b32-41fd-9429-bd3351bd8169" providerId="ADAL" clId="{382D053E-F411-47C5-BF16-22020DE3CC0D}" dt="2023-11-01T08:55:09.252" v="436" actId="478"/>
          <ac:spMkLst>
            <pc:docMk/>
            <pc:sldMk cId="2988816360" sldId="259"/>
            <ac:spMk id="6" creationId="{1F78A97C-7BCF-5C92-84DE-4AF66D149EA7}"/>
          </ac:spMkLst>
        </pc:spChg>
        <pc:spChg chg="del mod">
          <ac:chgData name="Juan García Aguilar" userId="de58f566-0b32-41fd-9429-bd3351bd8169" providerId="ADAL" clId="{382D053E-F411-47C5-BF16-22020DE3CC0D}" dt="2023-11-01T08:55:14.901" v="438" actId="478"/>
          <ac:spMkLst>
            <pc:docMk/>
            <pc:sldMk cId="2988816360" sldId="259"/>
            <ac:spMk id="8" creationId="{50028756-1A2C-2D6C-EA0C-3A8429865E01}"/>
          </ac:spMkLst>
        </pc:spChg>
      </pc:sldChg>
      <pc:sldChg chg="addSp modSp add mod">
        <pc:chgData name="Juan García Aguilar" userId="de58f566-0b32-41fd-9429-bd3351bd8169" providerId="ADAL" clId="{382D053E-F411-47C5-BF16-22020DE3CC0D}" dt="2023-11-01T09:09:03.332" v="464" actId="1076"/>
        <pc:sldMkLst>
          <pc:docMk/>
          <pc:sldMk cId="570450185" sldId="260"/>
        </pc:sldMkLst>
        <pc:spChg chg="add mod">
          <ac:chgData name="Juan García Aguilar" userId="de58f566-0b32-41fd-9429-bd3351bd8169" providerId="ADAL" clId="{382D053E-F411-47C5-BF16-22020DE3CC0D}" dt="2023-11-01T09:09:03.332" v="464" actId="1076"/>
          <ac:spMkLst>
            <pc:docMk/>
            <pc:sldMk cId="570450185" sldId="260"/>
            <ac:spMk id="4" creationId="{3E4F81ED-CBDE-481A-48AC-32ECA16D0B94}"/>
          </ac:spMkLst>
        </pc:spChg>
      </pc:sldChg>
      <pc:sldChg chg="addSp delSp modSp add mod">
        <pc:chgData name="Juan García Aguilar" userId="de58f566-0b32-41fd-9429-bd3351bd8169" providerId="ADAL" clId="{382D053E-F411-47C5-BF16-22020DE3CC0D}" dt="2023-11-03T08:02:21.425" v="771" actId="20577"/>
        <pc:sldMkLst>
          <pc:docMk/>
          <pc:sldMk cId="1915546417" sldId="261"/>
        </pc:sldMkLst>
        <pc:spChg chg="mod">
          <ac:chgData name="Juan García Aguilar" userId="de58f566-0b32-41fd-9429-bd3351bd8169" providerId="ADAL" clId="{382D053E-F411-47C5-BF16-22020DE3CC0D}" dt="2023-11-03T07:54:02.915" v="602" actId="1076"/>
          <ac:spMkLst>
            <pc:docMk/>
            <pc:sldMk cId="1915546417" sldId="261"/>
            <ac:spMk id="2" creationId="{3DF019EC-9FAD-65C2-B0A2-DA6BEF38BC25}"/>
          </ac:spMkLst>
        </pc:spChg>
        <pc:spChg chg="add del">
          <ac:chgData name="Juan García Aguilar" userId="de58f566-0b32-41fd-9429-bd3351bd8169" providerId="ADAL" clId="{382D053E-F411-47C5-BF16-22020DE3CC0D}" dt="2023-11-03T07:54:04.078" v="603"/>
          <ac:spMkLst>
            <pc:docMk/>
            <pc:sldMk cId="1915546417" sldId="261"/>
            <ac:spMk id="3" creationId="{21D417ED-7DE9-9B4B-038E-97DCF1835FBF}"/>
          </ac:spMkLst>
        </pc:spChg>
        <pc:spChg chg="add mod">
          <ac:chgData name="Juan García Aguilar" userId="de58f566-0b32-41fd-9429-bd3351bd8169" providerId="ADAL" clId="{382D053E-F411-47C5-BF16-22020DE3CC0D}" dt="2023-11-03T07:57:47.184" v="635" actId="20577"/>
          <ac:spMkLst>
            <pc:docMk/>
            <pc:sldMk cId="1915546417" sldId="261"/>
            <ac:spMk id="4" creationId="{B2DA9BDC-4B6B-B1AD-AB76-909E7957D3DB}"/>
          </ac:spMkLst>
        </pc:spChg>
        <pc:spChg chg="add mod">
          <ac:chgData name="Juan García Aguilar" userId="de58f566-0b32-41fd-9429-bd3351bd8169" providerId="ADAL" clId="{382D053E-F411-47C5-BF16-22020DE3CC0D}" dt="2023-11-03T08:00:51.794" v="642" actId="1076"/>
          <ac:spMkLst>
            <pc:docMk/>
            <pc:sldMk cId="1915546417" sldId="261"/>
            <ac:spMk id="6" creationId="{DBA0FDC1-35E4-CA49-04C7-E2C74745A5F8}"/>
          </ac:spMkLst>
        </pc:spChg>
        <pc:spChg chg="add mod">
          <ac:chgData name="Juan García Aguilar" userId="de58f566-0b32-41fd-9429-bd3351bd8169" providerId="ADAL" clId="{382D053E-F411-47C5-BF16-22020DE3CC0D}" dt="2023-11-03T08:02:21.425" v="771" actId="20577"/>
          <ac:spMkLst>
            <pc:docMk/>
            <pc:sldMk cId="1915546417" sldId="261"/>
            <ac:spMk id="7" creationId="{FA8D884F-3F9B-0F6D-4002-DF6022972E09}"/>
          </ac:spMkLst>
        </pc:spChg>
      </pc:sldChg>
      <pc:sldChg chg="addSp modSp add mod">
        <pc:chgData name="Juan García Aguilar" userId="de58f566-0b32-41fd-9429-bd3351bd8169" providerId="ADAL" clId="{382D053E-F411-47C5-BF16-22020DE3CC0D}" dt="2023-11-12T10:29:21.321" v="3778" actId="113"/>
        <pc:sldMkLst>
          <pc:docMk/>
          <pc:sldMk cId="2221153598" sldId="262"/>
        </pc:sldMkLst>
        <pc:spChg chg="add mod">
          <ac:chgData name="Juan García Aguilar" userId="de58f566-0b32-41fd-9429-bd3351bd8169" providerId="ADAL" clId="{382D053E-F411-47C5-BF16-22020DE3CC0D}" dt="2023-11-12T10:29:21.321" v="3778" actId="113"/>
          <ac:spMkLst>
            <pc:docMk/>
            <pc:sldMk cId="2221153598" sldId="262"/>
            <ac:spMk id="3" creationId="{4108E987-DF0B-A4D1-29A7-EF15EA6A915D}"/>
          </ac:spMkLst>
        </pc:spChg>
        <pc:spChg chg="add mod">
          <ac:chgData name="Juan García Aguilar" userId="de58f566-0b32-41fd-9429-bd3351bd8169" providerId="ADAL" clId="{382D053E-F411-47C5-BF16-22020DE3CC0D}" dt="2023-11-03T08:20:01.380" v="989" actId="20577"/>
          <ac:spMkLst>
            <pc:docMk/>
            <pc:sldMk cId="2221153598" sldId="262"/>
            <ac:spMk id="5" creationId="{BB9B07F4-6F9F-69B7-EE4E-FA10BCA81735}"/>
          </ac:spMkLst>
        </pc:spChg>
      </pc:sldChg>
      <pc:sldChg chg="addSp delSp modSp add mod">
        <pc:chgData name="Juan García Aguilar" userId="de58f566-0b32-41fd-9429-bd3351bd8169" providerId="ADAL" clId="{382D053E-F411-47C5-BF16-22020DE3CC0D}" dt="2023-11-03T08:51:16.284" v="1099" actId="20577"/>
        <pc:sldMkLst>
          <pc:docMk/>
          <pc:sldMk cId="2792636901" sldId="263"/>
        </pc:sldMkLst>
        <pc:spChg chg="mod">
          <ac:chgData name="Juan García Aguilar" userId="de58f566-0b32-41fd-9429-bd3351bd8169" providerId="ADAL" clId="{382D053E-F411-47C5-BF16-22020DE3CC0D}" dt="2023-11-03T08:51:16.284" v="1099" actId="20577"/>
          <ac:spMkLst>
            <pc:docMk/>
            <pc:sldMk cId="2792636901" sldId="263"/>
            <ac:spMk id="2" creationId="{3DF019EC-9FAD-65C2-B0A2-DA6BEF38BC25}"/>
          </ac:spMkLst>
        </pc:spChg>
        <pc:spChg chg="del">
          <ac:chgData name="Juan García Aguilar" userId="de58f566-0b32-41fd-9429-bd3351bd8169" providerId="ADAL" clId="{382D053E-F411-47C5-BF16-22020DE3CC0D}" dt="2023-11-03T08:31:42.328" v="992" actId="478"/>
          <ac:spMkLst>
            <pc:docMk/>
            <pc:sldMk cId="2792636901" sldId="263"/>
            <ac:spMk id="3" creationId="{4108E987-DF0B-A4D1-29A7-EF15EA6A915D}"/>
          </ac:spMkLst>
        </pc:spChg>
        <pc:spChg chg="del">
          <ac:chgData name="Juan García Aguilar" userId="de58f566-0b32-41fd-9429-bd3351bd8169" providerId="ADAL" clId="{382D053E-F411-47C5-BF16-22020DE3CC0D}" dt="2023-11-03T08:31:39.455" v="991" actId="478"/>
          <ac:spMkLst>
            <pc:docMk/>
            <pc:sldMk cId="2792636901" sldId="263"/>
            <ac:spMk id="5" creationId="{BB9B07F4-6F9F-69B7-EE4E-FA10BCA81735}"/>
          </ac:spMkLst>
        </pc:spChg>
        <pc:spChg chg="add del">
          <ac:chgData name="Juan García Aguilar" userId="de58f566-0b32-41fd-9429-bd3351bd8169" providerId="ADAL" clId="{382D053E-F411-47C5-BF16-22020DE3CC0D}" dt="2023-11-03T08:31:45.613" v="994" actId="22"/>
          <ac:spMkLst>
            <pc:docMk/>
            <pc:sldMk cId="2792636901" sldId="263"/>
            <ac:spMk id="6" creationId="{C9463C7B-4880-2DE5-EE6D-C19D3D5D7F88}"/>
          </ac:spMkLst>
        </pc:spChg>
        <pc:spChg chg="add mod">
          <ac:chgData name="Juan García Aguilar" userId="de58f566-0b32-41fd-9429-bd3351bd8169" providerId="ADAL" clId="{382D053E-F411-47C5-BF16-22020DE3CC0D}" dt="2023-11-03T08:32:07.484" v="996" actId="1076"/>
          <ac:spMkLst>
            <pc:docMk/>
            <pc:sldMk cId="2792636901" sldId="263"/>
            <ac:spMk id="8" creationId="{6629E70F-AF27-863E-90B2-C2E8A58F6305}"/>
          </ac:spMkLst>
        </pc:spChg>
        <pc:spChg chg="add mod">
          <ac:chgData name="Juan García Aguilar" userId="de58f566-0b32-41fd-9429-bd3351bd8169" providerId="ADAL" clId="{382D053E-F411-47C5-BF16-22020DE3CC0D}" dt="2023-11-03T08:34:06.753" v="1015" actId="1076"/>
          <ac:spMkLst>
            <pc:docMk/>
            <pc:sldMk cId="2792636901" sldId="263"/>
            <ac:spMk id="9" creationId="{A8BA8784-7398-7B44-DE97-1AFD572C137C}"/>
          </ac:spMkLst>
        </pc:spChg>
      </pc:sldChg>
      <pc:sldChg chg="addSp delSp modSp add mod">
        <pc:chgData name="Juan García Aguilar" userId="de58f566-0b32-41fd-9429-bd3351bd8169" providerId="ADAL" clId="{382D053E-F411-47C5-BF16-22020DE3CC0D}" dt="2023-11-03T08:51:20.868" v="1104" actId="20577"/>
        <pc:sldMkLst>
          <pc:docMk/>
          <pc:sldMk cId="959409630" sldId="264"/>
        </pc:sldMkLst>
        <pc:spChg chg="mod">
          <ac:chgData name="Juan García Aguilar" userId="de58f566-0b32-41fd-9429-bd3351bd8169" providerId="ADAL" clId="{382D053E-F411-47C5-BF16-22020DE3CC0D}" dt="2023-11-03T08:51:20.868" v="1104" actId="20577"/>
          <ac:spMkLst>
            <pc:docMk/>
            <pc:sldMk cId="959409630" sldId="264"/>
            <ac:spMk id="2" creationId="{3DF019EC-9FAD-65C2-B0A2-DA6BEF38BC25}"/>
          </ac:spMkLst>
        </pc:spChg>
        <pc:spChg chg="add del">
          <ac:chgData name="Juan García Aguilar" userId="de58f566-0b32-41fd-9429-bd3351bd8169" providerId="ADAL" clId="{382D053E-F411-47C5-BF16-22020DE3CC0D}" dt="2023-11-03T08:37:09.421" v="1019" actId="478"/>
          <ac:spMkLst>
            <pc:docMk/>
            <pc:sldMk cId="959409630" sldId="264"/>
            <ac:spMk id="3" creationId="{AF91C13D-D344-1CE2-7040-8DADDE839D7B}"/>
          </ac:spMkLst>
        </pc:spChg>
        <pc:spChg chg="add mod">
          <ac:chgData name="Juan García Aguilar" userId="de58f566-0b32-41fd-9429-bd3351bd8169" providerId="ADAL" clId="{382D053E-F411-47C5-BF16-22020DE3CC0D}" dt="2023-11-03T08:38:25.994" v="1040" actId="20577"/>
          <ac:spMkLst>
            <pc:docMk/>
            <pc:sldMk cId="959409630" sldId="264"/>
            <ac:spMk id="4" creationId="{0EDEE555-618C-C8CD-7578-68315246F62E}"/>
          </ac:spMkLst>
        </pc:spChg>
        <pc:spChg chg="add mod">
          <ac:chgData name="Juan García Aguilar" userId="de58f566-0b32-41fd-9429-bd3351bd8169" providerId="ADAL" clId="{382D053E-F411-47C5-BF16-22020DE3CC0D}" dt="2023-11-03T08:45:09.580" v="1093"/>
          <ac:spMkLst>
            <pc:docMk/>
            <pc:sldMk cId="959409630" sldId="264"/>
            <ac:spMk id="5" creationId="{CD49A990-3F50-13B3-2714-9C5000A10714}"/>
          </ac:spMkLst>
        </pc:spChg>
        <pc:spChg chg="del">
          <ac:chgData name="Juan García Aguilar" userId="de58f566-0b32-41fd-9429-bd3351bd8169" providerId="ADAL" clId="{382D053E-F411-47C5-BF16-22020DE3CC0D}" dt="2023-11-03T08:37:03.206" v="1017" actId="478"/>
          <ac:spMkLst>
            <pc:docMk/>
            <pc:sldMk cId="959409630" sldId="264"/>
            <ac:spMk id="8" creationId="{6629E70F-AF27-863E-90B2-C2E8A58F6305}"/>
          </ac:spMkLst>
        </pc:spChg>
        <pc:spChg chg="del">
          <ac:chgData name="Juan García Aguilar" userId="de58f566-0b32-41fd-9429-bd3351bd8169" providerId="ADAL" clId="{382D053E-F411-47C5-BF16-22020DE3CC0D}" dt="2023-11-03T08:37:09.421" v="1019" actId="478"/>
          <ac:spMkLst>
            <pc:docMk/>
            <pc:sldMk cId="959409630" sldId="264"/>
            <ac:spMk id="9" creationId="{A8BA8784-7398-7B44-DE97-1AFD572C137C}"/>
          </ac:spMkLst>
        </pc:spChg>
        <pc:picChg chg="add mod">
          <ac:chgData name="Juan García Aguilar" userId="de58f566-0b32-41fd-9429-bd3351bd8169" providerId="ADAL" clId="{382D053E-F411-47C5-BF16-22020DE3CC0D}" dt="2023-11-03T08:47:09.217" v="1097" actId="1076"/>
          <ac:picMkLst>
            <pc:docMk/>
            <pc:sldMk cId="959409630" sldId="264"/>
            <ac:picMk id="7" creationId="{B42C60FE-1DEF-DB46-2C87-786C2CD08334}"/>
          </ac:picMkLst>
        </pc:picChg>
      </pc:sldChg>
      <pc:sldChg chg="addSp delSp modSp add mod">
        <pc:chgData name="Juan García Aguilar" userId="de58f566-0b32-41fd-9429-bd3351bd8169" providerId="ADAL" clId="{382D053E-F411-47C5-BF16-22020DE3CC0D}" dt="2023-11-06T16:45:29.549" v="1834" actId="113"/>
        <pc:sldMkLst>
          <pc:docMk/>
          <pc:sldMk cId="1293234393" sldId="265"/>
        </pc:sldMkLst>
        <pc:spChg chg="add mod">
          <ac:chgData name="Juan García Aguilar" userId="de58f566-0b32-41fd-9429-bd3351bd8169" providerId="ADAL" clId="{382D053E-F411-47C5-BF16-22020DE3CC0D}" dt="2023-11-03T09:00:05.365" v="1508" actId="1076"/>
          <ac:spMkLst>
            <pc:docMk/>
            <pc:sldMk cId="1293234393" sldId="265"/>
            <ac:spMk id="3" creationId="{A483171A-927E-AFBF-D930-6426A10341C0}"/>
          </ac:spMkLst>
        </pc:spChg>
        <pc:spChg chg="del">
          <ac:chgData name="Juan García Aguilar" userId="de58f566-0b32-41fd-9429-bd3351bd8169" providerId="ADAL" clId="{382D053E-F411-47C5-BF16-22020DE3CC0D}" dt="2023-11-03T08:51:31.319" v="1108" actId="478"/>
          <ac:spMkLst>
            <pc:docMk/>
            <pc:sldMk cId="1293234393" sldId="265"/>
            <ac:spMk id="4" creationId="{0EDEE555-618C-C8CD-7578-68315246F62E}"/>
          </ac:spMkLst>
        </pc:spChg>
        <pc:spChg chg="add mod">
          <ac:chgData name="Juan García Aguilar" userId="de58f566-0b32-41fd-9429-bd3351bd8169" providerId="ADAL" clId="{382D053E-F411-47C5-BF16-22020DE3CC0D}" dt="2023-11-06T16:45:29.549" v="1834" actId="113"/>
          <ac:spMkLst>
            <pc:docMk/>
            <pc:sldMk cId="1293234393" sldId="265"/>
            <ac:spMk id="4" creationId="{1B6A3B06-25B8-915E-8FDB-12854FDD18C0}"/>
          </ac:spMkLst>
        </pc:spChg>
        <pc:spChg chg="add del mod">
          <ac:chgData name="Juan García Aguilar" userId="de58f566-0b32-41fd-9429-bd3351bd8169" providerId="ADAL" clId="{382D053E-F411-47C5-BF16-22020DE3CC0D}" dt="2023-11-06T12:50:34.634" v="1618" actId="478"/>
          <ac:spMkLst>
            <pc:docMk/>
            <pc:sldMk cId="1293234393" sldId="265"/>
            <ac:spMk id="5" creationId="{6EEDC08B-079D-EECA-189A-D1E2E679D937}"/>
          </ac:spMkLst>
        </pc:spChg>
        <pc:spChg chg="del">
          <ac:chgData name="Juan García Aguilar" userId="de58f566-0b32-41fd-9429-bd3351bd8169" providerId="ADAL" clId="{382D053E-F411-47C5-BF16-22020DE3CC0D}" dt="2023-11-03T08:51:28.650" v="1107" actId="478"/>
          <ac:spMkLst>
            <pc:docMk/>
            <pc:sldMk cId="1293234393" sldId="265"/>
            <ac:spMk id="5" creationId="{CD49A990-3F50-13B3-2714-9C5000A10714}"/>
          </ac:spMkLst>
        </pc:spChg>
        <pc:spChg chg="add mod">
          <ac:chgData name="Juan García Aguilar" userId="de58f566-0b32-41fd-9429-bd3351bd8169" providerId="ADAL" clId="{382D053E-F411-47C5-BF16-22020DE3CC0D}" dt="2023-11-06T12:50:41.235" v="1620" actId="1076"/>
          <ac:spMkLst>
            <pc:docMk/>
            <pc:sldMk cId="1293234393" sldId="265"/>
            <ac:spMk id="7" creationId="{49F211EC-42FE-03B0-0C0D-A1A5B8EA1A7A}"/>
          </ac:spMkLst>
        </pc:spChg>
        <pc:picChg chg="del">
          <ac:chgData name="Juan García Aguilar" userId="de58f566-0b32-41fd-9429-bd3351bd8169" providerId="ADAL" clId="{382D053E-F411-47C5-BF16-22020DE3CC0D}" dt="2023-11-03T08:51:26.014" v="1106" actId="478"/>
          <ac:picMkLst>
            <pc:docMk/>
            <pc:sldMk cId="1293234393" sldId="265"/>
            <ac:picMk id="7" creationId="{B42C60FE-1DEF-DB46-2C87-786C2CD08334}"/>
          </ac:picMkLst>
        </pc:picChg>
      </pc:sldChg>
      <pc:sldChg chg="addSp delSp modSp add mod">
        <pc:chgData name="Juan García Aguilar" userId="de58f566-0b32-41fd-9429-bd3351bd8169" providerId="ADAL" clId="{382D053E-F411-47C5-BF16-22020DE3CC0D}" dt="2023-11-06T16:48:20.818" v="1894" actId="113"/>
        <pc:sldMkLst>
          <pc:docMk/>
          <pc:sldMk cId="266231758" sldId="266"/>
        </pc:sldMkLst>
        <pc:spChg chg="del">
          <ac:chgData name="Juan García Aguilar" userId="de58f566-0b32-41fd-9429-bd3351bd8169" providerId="ADAL" clId="{382D053E-F411-47C5-BF16-22020DE3CC0D}" dt="2023-11-06T12:58:16.667" v="1634" actId="478"/>
          <ac:spMkLst>
            <pc:docMk/>
            <pc:sldMk cId="266231758" sldId="266"/>
            <ac:spMk id="3" creationId="{A483171A-927E-AFBF-D930-6426A10341C0}"/>
          </ac:spMkLst>
        </pc:spChg>
        <pc:spChg chg="del">
          <ac:chgData name="Juan García Aguilar" userId="de58f566-0b32-41fd-9429-bd3351bd8169" providerId="ADAL" clId="{382D053E-F411-47C5-BF16-22020DE3CC0D}" dt="2023-11-06T12:58:14.650" v="1633" actId="478"/>
          <ac:spMkLst>
            <pc:docMk/>
            <pc:sldMk cId="266231758" sldId="266"/>
            <ac:spMk id="4" creationId="{1B6A3B06-25B8-915E-8FDB-12854FDD18C0}"/>
          </ac:spMkLst>
        </pc:spChg>
        <pc:spChg chg="add mod">
          <ac:chgData name="Juan García Aguilar" userId="de58f566-0b32-41fd-9429-bd3351bd8169" providerId="ADAL" clId="{382D053E-F411-47C5-BF16-22020DE3CC0D}" dt="2023-11-06T16:48:20.818" v="1894" actId="113"/>
          <ac:spMkLst>
            <pc:docMk/>
            <pc:sldMk cId="266231758" sldId="266"/>
            <ac:spMk id="5" creationId="{1F9AAC0A-05A6-2566-CB70-194C916B1C40}"/>
          </ac:spMkLst>
        </pc:spChg>
        <pc:spChg chg="del">
          <ac:chgData name="Juan García Aguilar" userId="de58f566-0b32-41fd-9429-bd3351bd8169" providerId="ADAL" clId="{382D053E-F411-47C5-BF16-22020DE3CC0D}" dt="2023-11-06T12:58:08.134" v="1632" actId="478"/>
          <ac:spMkLst>
            <pc:docMk/>
            <pc:sldMk cId="266231758" sldId="266"/>
            <ac:spMk id="7" creationId="{49F211EC-42FE-03B0-0C0D-A1A5B8EA1A7A}"/>
          </ac:spMkLst>
        </pc:spChg>
        <pc:spChg chg="add mod">
          <ac:chgData name="Juan García Aguilar" userId="de58f566-0b32-41fd-9429-bd3351bd8169" providerId="ADAL" clId="{382D053E-F411-47C5-BF16-22020DE3CC0D}" dt="2023-11-06T13:13:44.801" v="1767" actId="14100"/>
          <ac:spMkLst>
            <pc:docMk/>
            <pc:sldMk cId="266231758" sldId="266"/>
            <ac:spMk id="8" creationId="{C8ACB050-1A44-3174-701B-77875F436CF8}"/>
          </ac:spMkLst>
        </pc:spChg>
        <pc:spChg chg="add mod">
          <ac:chgData name="Juan García Aguilar" userId="de58f566-0b32-41fd-9429-bd3351bd8169" providerId="ADAL" clId="{382D053E-F411-47C5-BF16-22020DE3CC0D}" dt="2023-11-06T13:14:59.605" v="1786" actId="20577"/>
          <ac:spMkLst>
            <pc:docMk/>
            <pc:sldMk cId="266231758" sldId="266"/>
            <ac:spMk id="9" creationId="{CA43E800-87F9-7A20-8639-40FF21C4D7B7}"/>
          </ac:spMkLst>
        </pc:spChg>
        <pc:spChg chg="add mod">
          <ac:chgData name="Juan García Aguilar" userId="de58f566-0b32-41fd-9429-bd3351bd8169" providerId="ADAL" clId="{382D053E-F411-47C5-BF16-22020DE3CC0D}" dt="2023-11-06T13:15:56.669" v="1809" actId="1076"/>
          <ac:spMkLst>
            <pc:docMk/>
            <pc:sldMk cId="266231758" sldId="266"/>
            <ac:spMk id="10" creationId="{23FAC4EC-4D74-6237-9646-10177834B8A5}"/>
          </ac:spMkLst>
        </pc:spChg>
      </pc:sldChg>
      <pc:sldChg chg="addSp delSp modSp add mod">
        <pc:chgData name="Juan García Aguilar" userId="de58f566-0b32-41fd-9429-bd3351bd8169" providerId="ADAL" clId="{382D053E-F411-47C5-BF16-22020DE3CC0D}" dt="2023-11-06T17:11:35.085" v="2103" actId="1076"/>
        <pc:sldMkLst>
          <pc:docMk/>
          <pc:sldMk cId="2298393881" sldId="267"/>
        </pc:sldMkLst>
        <pc:spChg chg="add mod">
          <ac:chgData name="Juan García Aguilar" userId="de58f566-0b32-41fd-9429-bd3351bd8169" providerId="ADAL" clId="{382D053E-F411-47C5-BF16-22020DE3CC0D}" dt="2023-11-06T17:11:32.189" v="2102" actId="1076"/>
          <ac:spMkLst>
            <pc:docMk/>
            <pc:sldMk cId="2298393881" sldId="267"/>
            <ac:spMk id="3" creationId="{BE3549A9-18AD-9BCD-C409-02D6D0FF3CD5}"/>
          </ac:spMkLst>
        </pc:spChg>
        <pc:spChg chg="del">
          <ac:chgData name="Juan García Aguilar" userId="de58f566-0b32-41fd-9429-bd3351bd8169" providerId="ADAL" clId="{382D053E-F411-47C5-BF16-22020DE3CC0D}" dt="2023-11-06T16:52:25.429" v="1899" actId="478"/>
          <ac:spMkLst>
            <pc:docMk/>
            <pc:sldMk cId="2298393881" sldId="267"/>
            <ac:spMk id="5" creationId="{1F9AAC0A-05A6-2566-CB70-194C916B1C40}"/>
          </ac:spMkLst>
        </pc:spChg>
        <pc:spChg chg="add mod">
          <ac:chgData name="Juan García Aguilar" userId="de58f566-0b32-41fd-9429-bd3351bd8169" providerId="ADAL" clId="{382D053E-F411-47C5-BF16-22020DE3CC0D}" dt="2023-11-06T17:00:28.802" v="1990" actId="20577"/>
          <ac:spMkLst>
            <pc:docMk/>
            <pc:sldMk cId="2298393881" sldId="267"/>
            <ac:spMk id="6" creationId="{6FE8E2C0-7FB4-7B3C-B39B-51A1BE2B0CB1}"/>
          </ac:spMkLst>
        </pc:spChg>
        <pc:spChg chg="add mod">
          <ac:chgData name="Juan García Aguilar" userId="de58f566-0b32-41fd-9429-bd3351bd8169" providerId="ADAL" clId="{382D053E-F411-47C5-BF16-22020DE3CC0D}" dt="2023-11-06T17:11:35.085" v="2103" actId="1076"/>
          <ac:spMkLst>
            <pc:docMk/>
            <pc:sldMk cId="2298393881" sldId="267"/>
            <ac:spMk id="7" creationId="{8EAFCFB0-B311-C958-D593-58E3FA7B1D98}"/>
          </ac:spMkLst>
        </pc:spChg>
        <pc:spChg chg="del">
          <ac:chgData name="Juan García Aguilar" userId="de58f566-0b32-41fd-9429-bd3351bd8169" providerId="ADAL" clId="{382D053E-F411-47C5-BF16-22020DE3CC0D}" dt="2023-11-06T16:52:24.102" v="1898" actId="478"/>
          <ac:spMkLst>
            <pc:docMk/>
            <pc:sldMk cId="2298393881" sldId="267"/>
            <ac:spMk id="8" creationId="{C8ACB050-1A44-3174-701B-77875F436CF8}"/>
          </ac:spMkLst>
        </pc:spChg>
        <pc:spChg chg="del">
          <ac:chgData name="Juan García Aguilar" userId="de58f566-0b32-41fd-9429-bd3351bd8169" providerId="ADAL" clId="{382D053E-F411-47C5-BF16-22020DE3CC0D}" dt="2023-11-06T16:52:22.543" v="1897" actId="478"/>
          <ac:spMkLst>
            <pc:docMk/>
            <pc:sldMk cId="2298393881" sldId="267"/>
            <ac:spMk id="9" creationId="{CA43E800-87F9-7A20-8639-40FF21C4D7B7}"/>
          </ac:spMkLst>
        </pc:spChg>
        <pc:spChg chg="del">
          <ac:chgData name="Juan García Aguilar" userId="de58f566-0b32-41fd-9429-bd3351bd8169" providerId="ADAL" clId="{382D053E-F411-47C5-BF16-22020DE3CC0D}" dt="2023-11-06T16:52:21.231" v="1896" actId="478"/>
          <ac:spMkLst>
            <pc:docMk/>
            <pc:sldMk cId="2298393881" sldId="267"/>
            <ac:spMk id="10" creationId="{23FAC4EC-4D74-6237-9646-10177834B8A5}"/>
          </ac:spMkLst>
        </pc:spChg>
        <pc:spChg chg="add mod">
          <ac:chgData name="Juan García Aguilar" userId="de58f566-0b32-41fd-9429-bd3351bd8169" providerId="ADAL" clId="{382D053E-F411-47C5-BF16-22020DE3CC0D}" dt="2023-11-06T17:11:26.742" v="2101" actId="1076"/>
          <ac:spMkLst>
            <pc:docMk/>
            <pc:sldMk cId="2298393881" sldId="267"/>
            <ac:spMk id="12" creationId="{6E647155-E9E9-DE19-FF0E-2D1F2C76B935}"/>
          </ac:spMkLst>
        </pc:spChg>
      </pc:sldChg>
      <pc:sldChg chg="addSp delSp modSp add mod">
        <pc:chgData name="Juan García Aguilar" userId="de58f566-0b32-41fd-9429-bd3351bd8169" providerId="ADAL" clId="{382D053E-F411-47C5-BF16-22020DE3CC0D}" dt="2023-11-06T17:24:59.602" v="2640" actId="20577"/>
        <pc:sldMkLst>
          <pc:docMk/>
          <pc:sldMk cId="1814479902" sldId="268"/>
        </pc:sldMkLst>
        <pc:spChg chg="del mod">
          <ac:chgData name="Juan García Aguilar" userId="de58f566-0b32-41fd-9429-bd3351bd8169" providerId="ADAL" clId="{382D053E-F411-47C5-BF16-22020DE3CC0D}" dt="2023-11-06T17:12:51.009" v="2108" actId="478"/>
          <ac:spMkLst>
            <pc:docMk/>
            <pc:sldMk cId="1814479902" sldId="268"/>
            <ac:spMk id="3" creationId="{BE3549A9-18AD-9BCD-C409-02D6D0FF3CD5}"/>
          </ac:spMkLst>
        </pc:spChg>
        <pc:spChg chg="add mod">
          <ac:chgData name="Juan García Aguilar" userId="de58f566-0b32-41fd-9429-bd3351bd8169" providerId="ADAL" clId="{382D053E-F411-47C5-BF16-22020DE3CC0D}" dt="2023-11-06T17:15:18.349" v="2401" actId="20577"/>
          <ac:spMkLst>
            <pc:docMk/>
            <pc:sldMk cId="1814479902" sldId="268"/>
            <ac:spMk id="4" creationId="{6D26BC69-4C4F-89F8-C000-6B5865614371}"/>
          </ac:spMkLst>
        </pc:spChg>
        <pc:spChg chg="del">
          <ac:chgData name="Juan García Aguilar" userId="de58f566-0b32-41fd-9429-bd3351bd8169" providerId="ADAL" clId="{382D053E-F411-47C5-BF16-22020DE3CC0D}" dt="2023-11-06T17:12:54.173" v="2109" actId="478"/>
          <ac:spMkLst>
            <pc:docMk/>
            <pc:sldMk cId="1814479902" sldId="268"/>
            <ac:spMk id="6" creationId="{6FE8E2C0-7FB4-7B3C-B39B-51A1BE2B0CB1}"/>
          </ac:spMkLst>
        </pc:spChg>
        <pc:spChg chg="del">
          <ac:chgData name="Juan García Aguilar" userId="de58f566-0b32-41fd-9429-bd3351bd8169" providerId="ADAL" clId="{382D053E-F411-47C5-BF16-22020DE3CC0D}" dt="2023-11-06T17:12:44.056" v="2105" actId="478"/>
          <ac:spMkLst>
            <pc:docMk/>
            <pc:sldMk cId="1814479902" sldId="268"/>
            <ac:spMk id="7" creationId="{8EAFCFB0-B311-C958-D593-58E3FA7B1D98}"/>
          </ac:spMkLst>
        </pc:spChg>
        <pc:spChg chg="add mod">
          <ac:chgData name="Juan García Aguilar" userId="de58f566-0b32-41fd-9429-bd3351bd8169" providerId="ADAL" clId="{382D053E-F411-47C5-BF16-22020DE3CC0D}" dt="2023-11-06T17:16:29.236" v="2408" actId="1076"/>
          <ac:spMkLst>
            <pc:docMk/>
            <pc:sldMk cId="1814479902" sldId="268"/>
            <ac:spMk id="8" creationId="{422424C7-E2B4-BA29-8EAB-CEF7BCF8FFD1}"/>
          </ac:spMkLst>
        </pc:spChg>
        <pc:spChg chg="add mod">
          <ac:chgData name="Juan García Aguilar" userId="de58f566-0b32-41fd-9429-bd3351bd8169" providerId="ADAL" clId="{382D053E-F411-47C5-BF16-22020DE3CC0D}" dt="2023-11-06T17:24:43.474" v="2634" actId="1076"/>
          <ac:spMkLst>
            <pc:docMk/>
            <pc:sldMk cId="1814479902" sldId="268"/>
            <ac:spMk id="9" creationId="{AD26BB14-620E-0BAC-E3B0-8F478D39DEF7}"/>
          </ac:spMkLst>
        </pc:spChg>
        <pc:spChg chg="add mod">
          <ac:chgData name="Juan García Aguilar" userId="de58f566-0b32-41fd-9429-bd3351bd8169" providerId="ADAL" clId="{382D053E-F411-47C5-BF16-22020DE3CC0D}" dt="2023-11-06T17:24:59.602" v="2640" actId="20577"/>
          <ac:spMkLst>
            <pc:docMk/>
            <pc:sldMk cId="1814479902" sldId="268"/>
            <ac:spMk id="11" creationId="{098F6D0D-E8DA-E7B5-9006-88C85354F841}"/>
          </ac:spMkLst>
        </pc:spChg>
        <pc:spChg chg="del">
          <ac:chgData name="Juan García Aguilar" userId="de58f566-0b32-41fd-9429-bd3351bd8169" providerId="ADAL" clId="{382D053E-F411-47C5-BF16-22020DE3CC0D}" dt="2023-11-06T17:12:46.776" v="2106" actId="478"/>
          <ac:spMkLst>
            <pc:docMk/>
            <pc:sldMk cId="1814479902" sldId="268"/>
            <ac:spMk id="12" creationId="{6E647155-E9E9-DE19-FF0E-2D1F2C76B935}"/>
          </ac:spMkLst>
        </pc:spChg>
      </pc:sldChg>
      <pc:sldChg chg="addSp delSp modSp add mod">
        <pc:chgData name="Juan García Aguilar" userId="de58f566-0b32-41fd-9429-bd3351bd8169" providerId="ADAL" clId="{382D053E-F411-47C5-BF16-22020DE3CC0D}" dt="2023-11-07T11:21:23.916" v="3437" actId="113"/>
        <pc:sldMkLst>
          <pc:docMk/>
          <pc:sldMk cId="2892686050" sldId="269"/>
        </pc:sldMkLst>
        <pc:spChg chg="del mod">
          <ac:chgData name="Juan García Aguilar" userId="de58f566-0b32-41fd-9429-bd3351bd8169" providerId="ADAL" clId="{382D053E-F411-47C5-BF16-22020DE3CC0D}" dt="2023-11-07T11:07:54.867" v="2644" actId="478"/>
          <ac:spMkLst>
            <pc:docMk/>
            <pc:sldMk cId="2892686050" sldId="269"/>
            <ac:spMk id="4" creationId="{6D26BC69-4C4F-89F8-C000-6B5865614371}"/>
          </ac:spMkLst>
        </pc:spChg>
        <pc:spChg chg="add mod">
          <ac:chgData name="Juan García Aguilar" userId="de58f566-0b32-41fd-9429-bd3351bd8169" providerId="ADAL" clId="{382D053E-F411-47C5-BF16-22020DE3CC0D}" dt="2023-11-07T11:20:26.444" v="3262" actId="1076"/>
          <ac:spMkLst>
            <pc:docMk/>
            <pc:sldMk cId="2892686050" sldId="269"/>
            <ac:spMk id="5" creationId="{CB757A58-A11F-D5EB-0C94-44276DFB9C78}"/>
          </ac:spMkLst>
        </pc:spChg>
        <pc:spChg chg="add mod">
          <ac:chgData name="Juan García Aguilar" userId="de58f566-0b32-41fd-9429-bd3351bd8169" providerId="ADAL" clId="{382D053E-F411-47C5-BF16-22020DE3CC0D}" dt="2023-11-07T11:10:02.475" v="2805" actId="113"/>
          <ac:spMkLst>
            <pc:docMk/>
            <pc:sldMk cId="2892686050" sldId="269"/>
            <ac:spMk id="6" creationId="{F65361EB-27F7-B19B-FCA6-1A2266B8049E}"/>
          </ac:spMkLst>
        </pc:spChg>
        <pc:spChg chg="add mod">
          <ac:chgData name="Juan García Aguilar" userId="de58f566-0b32-41fd-9429-bd3351bd8169" providerId="ADAL" clId="{382D053E-F411-47C5-BF16-22020DE3CC0D}" dt="2023-11-07T11:21:23.916" v="3437" actId="113"/>
          <ac:spMkLst>
            <pc:docMk/>
            <pc:sldMk cId="2892686050" sldId="269"/>
            <ac:spMk id="7" creationId="{DC412474-FAA0-971C-CAEA-016CF93F81F7}"/>
          </ac:spMkLst>
        </pc:spChg>
        <pc:spChg chg="del">
          <ac:chgData name="Juan García Aguilar" userId="de58f566-0b32-41fd-9429-bd3351bd8169" providerId="ADAL" clId="{382D053E-F411-47C5-BF16-22020DE3CC0D}" dt="2023-11-07T11:07:57.465" v="2645" actId="478"/>
          <ac:spMkLst>
            <pc:docMk/>
            <pc:sldMk cId="2892686050" sldId="269"/>
            <ac:spMk id="8" creationId="{422424C7-E2B4-BA29-8EAB-CEF7BCF8FFD1}"/>
          </ac:spMkLst>
        </pc:spChg>
        <pc:spChg chg="del">
          <ac:chgData name="Juan García Aguilar" userId="de58f566-0b32-41fd-9429-bd3351bd8169" providerId="ADAL" clId="{382D053E-F411-47C5-BF16-22020DE3CC0D}" dt="2023-11-07T11:07:59.455" v="2646" actId="478"/>
          <ac:spMkLst>
            <pc:docMk/>
            <pc:sldMk cId="2892686050" sldId="269"/>
            <ac:spMk id="9" creationId="{AD26BB14-620E-0BAC-E3B0-8F478D39DEF7}"/>
          </ac:spMkLst>
        </pc:spChg>
        <pc:spChg chg="del">
          <ac:chgData name="Juan García Aguilar" userId="de58f566-0b32-41fd-9429-bd3351bd8169" providerId="ADAL" clId="{382D053E-F411-47C5-BF16-22020DE3CC0D}" dt="2023-11-07T11:07:51.087" v="2642" actId="478"/>
          <ac:spMkLst>
            <pc:docMk/>
            <pc:sldMk cId="2892686050" sldId="269"/>
            <ac:spMk id="11" creationId="{098F6D0D-E8DA-E7B5-9006-88C85354F841}"/>
          </ac:spMkLst>
        </pc:spChg>
      </pc:sldChg>
      <pc:sldChg chg="addSp delSp modSp add mod">
        <pc:chgData name="Juan García Aguilar" userId="de58f566-0b32-41fd-9429-bd3351bd8169" providerId="ADAL" clId="{382D053E-F411-47C5-BF16-22020DE3CC0D}" dt="2023-11-07T11:18:25.913" v="3254" actId="14100"/>
        <pc:sldMkLst>
          <pc:docMk/>
          <pc:sldMk cId="4001435863" sldId="270"/>
        </pc:sldMkLst>
        <pc:spChg chg="add del">
          <ac:chgData name="Juan García Aguilar" userId="de58f566-0b32-41fd-9429-bd3351bd8169" providerId="ADAL" clId="{382D053E-F411-47C5-BF16-22020DE3CC0D}" dt="2023-11-07T11:18:10.857" v="3251" actId="22"/>
          <ac:spMkLst>
            <pc:docMk/>
            <pc:sldMk cId="4001435863" sldId="270"/>
            <ac:spMk id="4" creationId="{1F9DC8A0-B0E0-BA84-77A8-D012AC26CAE0}"/>
          </ac:spMkLst>
        </pc:spChg>
        <pc:spChg chg="del">
          <ac:chgData name="Juan García Aguilar" userId="de58f566-0b32-41fd-9429-bd3351bd8169" providerId="ADAL" clId="{382D053E-F411-47C5-BF16-22020DE3CC0D}" dt="2023-11-07T11:13:13.624" v="2807" actId="478"/>
          <ac:spMkLst>
            <pc:docMk/>
            <pc:sldMk cId="4001435863" sldId="270"/>
            <ac:spMk id="5" creationId="{CB757A58-A11F-D5EB-0C94-44276DFB9C78}"/>
          </ac:spMkLst>
        </pc:spChg>
        <pc:spChg chg="mod">
          <ac:chgData name="Juan García Aguilar" userId="de58f566-0b32-41fd-9429-bd3351bd8169" providerId="ADAL" clId="{382D053E-F411-47C5-BF16-22020DE3CC0D}" dt="2023-11-07T11:16:47.683" v="3249" actId="20577"/>
          <ac:spMkLst>
            <pc:docMk/>
            <pc:sldMk cId="4001435863" sldId="270"/>
            <ac:spMk id="6" creationId="{F65361EB-27F7-B19B-FCA6-1A2266B8049E}"/>
          </ac:spMkLst>
        </pc:spChg>
        <pc:spChg chg="add mod">
          <ac:chgData name="Juan García Aguilar" userId="de58f566-0b32-41fd-9429-bd3351bd8169" providerId="ADAL" clId="{382D053E-F411-47C5-BF16-22020DE3CC0D}" dt="2023-11-07T11:18:25.913" v="3254" actId="14100"/>
          <ac:spMkLst>
            <pc:docMk/>
            <pc:sldMk cId="4001435863" sldId="270"/>
            <ac:spMk id="8" creationId="{128307F1-C041-2F27-BCE6-C5A7D2C860EB}"/>
          </ac:spMkLst>
        </pc:spChg>
      </pc:sldChg>
      <pc:sldChg chg="addSp delSp modSp add mod">
        <pc:chgData name="Juan García Aguilar" userId="de58f566-0b32-41fd-9429-bd3351bd8169" providerId="ADAL" clId="{382D053E-F411-47C5-BF16-22020DE3CC0D}" dt="2023-11-07T11:32:41.434" v="3775" actId="113"/>
        <pc:sldMkLst>
          <pc:docMk/>
          <pc:sldMk cId="507064640" sldId="271"/>
        </pc:sldMkLst>
        <pc:spChg chg="add mod">
          <ac:chgData name="Juan García Aguilar" userId="de58f566-0b32-41fd-9429-bd3351bd8169" providerId="ADAL" clId="{382D053E-F411-47C5-BF16-22020DE3CC0D}" dt="2023-11-07T11:32:41.434" v="3775" actId="113"/>
          <ac:spMkLst>
            <pc:docMk/>
            <pc:sldMk cId="507064640" sldId="271"/>
            <ac:spMk id="3" creationId="{B77F0CA9-7EEC-7DE7-EBE8-B943DE44DE54}"/>
          </ac:spMkLst>
        </pc:spChg>
        <pc:spChg chg="add mod">
          <ac:chgData name="Juan García Aguilar" userId="de58f566-0b32-41fd-9429-bd3351bd8169" providerId="ADAL" clId="{382D053E-F411-47C5-BF16-22020DE3CC0D}" dt="2023-11-07T11:31:06.601" v="3774" actId="20577"/>
          <ac:spMkLst>
            <pc:docMk/>
            <pc:sldMk cId="507064640" sldId="271"/>
            <ac:spMk id="5" creationId="{923A0D16-8095-4E08-3353-66E51854E4AA}"/>
          </ac:spMkLst>
        </pc:spChg>
        <pc:spChg chg="del">
          <ac:chgData name="Juan García Aguilar" userId="de58f566-0b32-41fd-9429-bd3351bd8169" providerId="ADAL" clId="{382D053E-F411-47C5-BF16-22020DE3CC0D}" dt="2023-11-07T11:18:42.647" v="3260" actId="478"/>
          <ac:spMkLst>
            <pc:docMk/>
            <pc:sldMk cId="507064640" sldId="271"/>
            <ac:spMk id="6" creationId="{F65361EB-27F7-B19B-FCA6-1A2266B8049E}"/>
          </ac:spMkLst>
        </pc:spChg>
        <pc:spChg chg="del mod">
          <ac:chgData name="Juan García Aguilar" userId="de58f566-0b32-41fd-9429-bd3351bd8169" providerId="ADAL" clId="{382D053E-F411-47C5-BF16-22020DE3CC0D}" dt="2023-11-07T11:18:40.187" v="3259" actId="478"/>
          <ac:spMkLst>
            <pc:docMk/>
            <pc:sldMk cId="507064640" sldId="271"/>
            <ac:spMk id="8" creationId="{128307F1-C041-2F27-BCE6-C5A7D2C860E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9A09ED6-3FC1-DD06-824E-67FD960D449A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ctr" anchorCtr="1" compatLnSpc="0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400" b="0" i="0" u="none" strike="noStrike" kern="1200" cap="none" spc="0" baseline="0">
              <a:solidFill>
                <a:srgbClr val="2C3E50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EF50449-E7D5-9850-EFF7-58570BFC82BA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400" b="0" i="0" u="none" strike="noStrike" kern="1200" cap="none" spc="0" baseline="0">
              <a:solidFill>
                <a:srgbClr val="2C3E50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CC26FD8-D2A6-1D48-7554-BF6B8E071AB3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1" compatLnSpc="0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400" b="0" i="0" u="none" strike="noStrike" kern="1200" cap="none" spc="0" baseline="0">
              <a:solidFill>
                <a:srgbClr val="2C3E50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7E431F3-473A-B3FC-5623-2298F5B3CA6D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77EBC9B-59DA-4189-B930-1515F385C660}" type="slidenum">
              <a:t>‹#›</a:t>
            </a:fld>
            <a:endParaRPr lang="es-ES" sz="1400" b="0" i="0" u="none" strike="noStrike" kern="1200" cap="none" spc="0" baseline="0">
              <a:solidFill>
                <a:srgbClr val="2C3E50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2764032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D1BC640-33C8-19F5-2804-82C00FCB59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17"/>
            <a:ext cx="5345280" cy="4008958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CE3AFC3-0540-E29A-7A5A-8BED8DAED126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5998" y="5078522"/>
            <a:ext cx="6047640" cy="48110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es-ES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DA830D70-17A8-7764-DBEB-51262DA5174F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400" b="1" i="0" u="none" strike="noStrike" kern="1200" cap="none" spc="0" baseline="0">
                <a:solidFill>
                  <a:srgbClr val="FFFFFF"/>
                </a:solidFill>
                <a:uFillTx/>
                <a:latin typeface="Noto Sans" pitchFamily="34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874CA0-3CBE-08C4-4801-5A11E696ACC5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400" b="1" i="0" u="none" strike="noStrike" kern="1200" cap="none" spc="0" baseline="0">
                <a:solidFill>
                  <a:srgbClr val="FFFFFF"/>
                </a:solidFill>
                <a:uFillTx/>
                <a:latin typeface="Noto Sans" pitchFamily="34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984137D-7E8F-14D7-9951-C7DC15600AD6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400" b="1" i="0" u="none" strike="noStrike" kern="1200" cap="none" spc="0" baseline="0">
                <a:solidFill>
                  <a:srgbClr val="FFFFFF"/>
                </a:solidFill>
                <a:uFillTx/>
                <a:latin typeface="Noto Sans" pitchFamily="34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C80BC4-81B1-D018-2CBE-A6A7CD0753D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400" b="1" i="0" u="none" strike="noStrike" kern="1200" cap="none" spc="0" baseline="0">
                <a:solidFill>
                  <a:srgbClr val="FFFFFF"/>
                </a:solidFill>
                <a:uFillTx/>
                <a:latin typeface="Noto Sans" pitchFamily="34"/>
                <a:ea typeface="DejaVu Sans" pitchFamily="2"/>
                <a:cs typeface="Noto Sans" pitchFamily="2"/>
              </a:defRPr>
            </a:lvl1pPr>
          </a:lstStyle>
          <a:p>
            <a:pPr lvl="0"/>
            <a:fld id="{EC4DFB48-AD85-4696-B09F-6B6C75784B86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3604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es-ES" sz="2000" b="0" i="0" u="none" strike="noStrike" kern="1200" cap="none" spc="0" baseline="0">
        <a:solidFill>
          <a:srgbClr val="000000"/>
        </a:solidFill>
        <a:uFillTx/>
        <a:latin typeface="Noto Sans" pitchFamily="34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BDB22667-3A99-AF64-3CE6-A1865DAB2BA3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D6521BA-F933-46AD-B80A-D1358030354C}" type="slidenum">
              <a:t>1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5D55F0B2-1EBD-61D8-3000-3D02E3CD32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29F0135F-F318-2B60-20EF-C27191F6728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0704A616-8DA5-FC33-7012-261FAB3E45F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C0D996D-FD7F-4A3E-ACE5-36DA4657FD47}" type="slidenum">
              <a:t>2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6A468A68-199F-6CBF-F11F-17AAE9B6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3D8BAE16-E5AB-098C-6C0E-10952B8909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0704A616-8DA5-FC33-7012-261FAB3E45F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C0D996D-FD7F-4A3E-ACE5-36DA4657FD47}" type="slidenum">
              <a:t>3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6A468A68-199F-6CBF-F11F-17AAE9B6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3D8BAE16-E5AB-098C-6C0E-10952B8909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6062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0704A616-8DA5-FC33-7012-261FAB3E45F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C0D996D-FD7F-4A3E-ACE5-36DA4657FD47}" type="slidenum">
              <a:t>4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6A468A68-199F-6CBF-F11F-17AAE9B6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3D8BAE16-E5AB-098C-6C0E-10952B8909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12538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0704A616-8DA5-FC33-7012-261FAB3E45F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C0D996D-FD7F-4A3E-ACE5-36DA4657FD47}" type="slidenum">
              <a:t>5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6A468A68-199F-6CBF-F11F-17AAE9B6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3D8BAE16-E5AB-098C-6C0E-10952B8909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108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0704A616-8DA5-FC33-7012-261FAB3E45F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C0D996D-FD7F-4A3E-ACE5-36DA4657FD47}" type="slidenum">
              <a:t>6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6A468A68-199F-6CBF-F11F-17AAE9B6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3D8BAE16-E5AB-098C-6C0E-10952B8909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41202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0704A616-8DA5-FC33-7012-261FAB3E45F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C0D996D-FD7F-4A3E-ACE5-36DA4657FD47}" type="slidenum">
              <a:t>7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6A468A68-199F-6CBF-F11F-17AAE9B6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3D8BAE16-E5AB-098C-6C0E-10952B8909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1002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0704A616-8DA5-FC33-7012-261FAB3E45F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C0D996D-FD7F-4A3E-ACE5-36DA4657FD47}" type="slidenum">
              <a:t>8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6A468A68-199F-6CBF-F11F-17AAE9B6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3D8BAE16-E5AB-098C-6C0E-10952B8909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7500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0704A616-8DA5-FC33-7012-261FAB3E45F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C0D996D-FD7F-4A3E-ACE5-36DA4657FD47}" type="slidenum">
              <a:t>9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6A468A68-199F-6CBF-F11F-17AAE9B6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3D8BAE16-E5AB-098C-6C0E-10952B8909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8351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0704A616-8DA5-FC33-7012-261FAB3E45F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C0D996D-FD7F-4A3E-ACE5-36DA4657FD47}" type="slidenum">
              <a:t>10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6A468A68-199F-6CBF-F11F-17AAE9B6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3D8BAE16-E5AB-098C-6C0E-10952B8909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81185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0704A616-8DA5-FC33-7012-261FAB3E45F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C0D996D-FD7F-4A3E-ACE5-36DA4657FD47}" type="slidenum">
              <a:t>11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6A468A68-199F-6CBF-F11F-17AAE9B6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3D8BAE16-E5AB-098C-6C0E-10952B8909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40547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0704A616-8DA5-FC33-7012-261FAB3E45F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C0D996D-FD7F-4A3E-ACE5-36DA4657FD47}" type="slidenum">
              <a:t>12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6A468A68-199F-6CBF-F11F-17AAE9B6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3D8BAE16-E5AB-098C-6C0E-10952B8909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83543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0704A616-8DA5-FC33-7012-261FAB3E45F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C0D996D-FD7F-4A3E-ACE5-36DA4657FD47}" type="slidenum">
              <a:t>13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6A468A68-199F-6CBF-F11F-17AAE9B6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3D8BAE16-E5AB-098C-6C0E-10952B8909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28769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0704A616-8DA5-FC33-7012-261FAB3E45F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C0D996D-FD7F-4A3E-ACE5-36DA4657FD47}" type="slidenum">
              <a:t>14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6A468A68-199F-6CBF-F11F-17AAE9B6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3D8BAE16-E5AB-098C-6C0E-10952B8909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23919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0704A616-8DA5-FC33-7012-261FAB3E45F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C0D996D-FD7F-4A3E-ACE5-36DA4657FD47}" type="slidenum">
              <a:t>15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6A468A68-199F-6CBF-F11F-17AAE9B6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3D8BAE16-E5AB-098C-6C0E-10952B8909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53916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6">
            <a:extLst>
              <a:ext uri="{FF2B5EF4-FFF2-40B4-BE49-F238E27FC236}">
                <a16:creationId xmlns:a16="http://schemas.microsoft.com/office/drawing/2014/main" id="{0704A616-8DA5-FC33-7012-261FAB3E45FF}"/>
              </a:ext>
            </a:extLst>
          </p:cNvPr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C0D996D-FD7F-4A3E-ACE5-36DA4657FD47}" type="slidenum">
              <a:t>16</a:t>
            </a:fld>
            <a:endParaRPr lang="es-ES" sz="14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Marcador de imagen de diapositiva 1">
            <a:extLst>
              <a:ext uri="{FF2B5EF4-FFF2-40B4-BE49-F238E27FC236}">
                <a16:creationId xmlns:a16="http://schemas.microsoft.com/office/drawing/2014/main" id="{6A468A68-199F-6CBF-F11F-17AAE9B6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Marcador de notas 2">
            <a:extLst>
              <a:ext uri="{FF2B5EF4-FFF2-40B4-BE49-F238E27FC236}">
                <a16:creationId xmlns:a16="http://schemas.microsoft.com/office/drawing/2014/main" id="{3D8BAE16-E5AB-098C-6C0E-10952B8909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997" cy="4811042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9930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3EEFB-D846-52C1-454B-8D064870700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60472" y="928692"/>
            <a:ext cx="7559673" cy="1973266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47DB59-38FC-9DBF-8074-664567373EB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60472" y="2978145"/>
            <a:ext cx="7559673" cy="1370008"/>
          </a:xfrm>
        </p:spPr>
        <p:txBody>
          <a:bodyPr anchorCtr="1"/>
          <a:lstStyle>
            <a:lvl1pPr algn="ctr">
              <a:defRPr/>
            </a:lvl1pPr>
          </a:lstStyle>
          <a:p>
            <a:pPr lvl="0"/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E80BA3-50B7-E799-08B0-96D73BDA5ED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E570F9-FD3F-9602-4FEB-9EB862618CF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2363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945DEC-99FA-AB06-617F-F1319851E66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397AE1-2939-C691-F007-1F5CDA3AC942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F3BB25-DC7F-5513-AD67-674E1EDCAEF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A6C28E-A1E5-4BE1-B29A-0C9B0407D3A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1913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80E7B-B1BB-EF82-E9EB-B5653C9013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7391" y="1414467"/>
            <a:ext cx="8694736" cy="2357432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829174-A2E2-9731-0088-259309D68B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7391" y="3794129"/>
            <a:ext cx="8694736" cy="1241426"/>
          </a:xfrm>
        </p:spPr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2A456D-594C-0F8E-0696-67924F1CE08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042F6D-74CD-E415-51A2-A27B40E098B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7237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101308-28EE-5C46-72B1-A351D51BD52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F132AB-749C-657C-1E9C-C791D3A1692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60365" y="1484308"/>
            <a:ext cx="4603747" cy="378142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CDD8C83-3FF6-0FF9-67EB-A68393D161E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5116516" y="1484308"/>
            <a:ext cx="4603747" cy="378142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943B7AC-A9E9-D70B-00F4-C2B7900B3A3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6CCB74-AA47-452A-D571-774E54D377E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4516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957400-DC1A-F78B-B363-4359453CFF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01623"/>
            <a:ext cx="8694736" cy="10969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C903322-D6C3-C9C5-0163-4B6A965473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3736" y="1390646"/>
            <a:ext cx="4265611" cy="68103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D5ABFFE-8A08-8CAA-9019-CE8F73A678EF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93736" y="2071692"/>
            <a:ext cx="4265611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83E08A6-7D84-EBEB-5213-3C80464BC380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5103815" y="1390646"/>
            <a:ext cx="4284658" cy="68103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C6CC157-4B42-8573-0E08-BB90355A9C9B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5103815" y="2071692"/>
            <a:ext cx="4284658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49688FE-B154-CDF4-0878-E4B4D9DD315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228FBB6-CB26-0297-8C09-27D70B2055F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5634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58338D-8252-EA44-6466-2B3E42651AD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F3AE1BD-2385-2FE8-4499-13202713AD5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76860B-45D9-89C9-8795-378F89A9A77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5958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54FD526-BC7D-A147-24F4-528F56449E5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FBE33F3-86C8-1E9B-ACCD-011709E3782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502077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2B29CF-2542-5F6C-76E7-00918C791E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B70E1C-7E9C-C2B1-63D6-7384B5B1E0E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FA8FAB-F1F3-CE4F-B16D-650743411D2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8AFE855-7A6B-7DC5-1563-8DE07F9F90A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459B6F-BD1E-235E-9A52-CBD13CA6D37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8379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F63AE6-0752-7B74-A889-F913E3677A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D967C6D-1FB0-2CC0-ABCF-158D3DCA707A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</a:lstStyle>
          <a:p>
            <a:pPr lvl="0"/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1530463-7B88-BAF9-A5D0-09402EAE533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401149-7F0A-394D-5D64-3E38AA1C9B6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9C3F8A2-86E9-58B7-0C4F-908D95BC0AC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6853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395CBE-33EF-8D26-9FF8-CDC4A8E9BE3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F45ADAA-DBE8-6C55-719A-D180AEBA765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2CEBFE-F12E-A405-2190-C838D45578A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E706C7-577E-DF14-CE5A-8DA6AC99D13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6440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CA2EEDD-4399-209C-D6AC-E1CAEC13D010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7380286" y="225427"/>
            <a:ext cx="2339977" cy="504030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50D5937-786D-F7FE-557B-A478FAF3C683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360365" y="225427"/>
            <a:ext cx="6867528" cy="504030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53B096-6856-3D6B-E4B2-D6DD92A60DC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316A37-0F80-13A5-752B-32A0CF780BA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1646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7F2C63-5946-0FB9-2EC8-778ED30E4C3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60472" y="928692"/>
            <a:ext cx="7559673" cy="1973266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66DAAF-C03F-6489-5806-ADF92F5C1E7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60472" y="2978145"/>
            <a:ext cx="7559673" cy="1370008"/>
          </a:xfrm>
        </p:spPr>
        <p:txBody>
          <a:bodyPr anchorCtr="1"/>
          <a:lstStyle>
            <a:lvl1pPr algn="ctr">
              <a:defRPr sz="2400"/>
            </a:lvl1pPr>
          </a:lstStyle>
          <a:p>
            <a:pPr lvl="0"/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933918-775A-E88C-A981-0F0F8ACCDC2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CC09D3-BB4F-004B-D15B-6888FC908B6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DF75FE-9CC3-39E6-F82D-BA9EB11DD1F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9C1042A-9D14-4EBD-AF79-B622C2241E68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42007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935B56-221E-308A-D044-C7A1BCB6E5F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059E78-551A-9058-8F00-C4227C2FA6B2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BD8B18-09B7-562C-BB3A-3308448B07D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154E41-0403-EE4D-2DDE-2AC27D7DFC0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796C1E-941A-AC9C-6A59-F0AB7DE6325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23EB97B-34DA-4682-8A38-AF3B8AE9688F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67423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9BA023-97AE-3960-4B6C-35C04C97E9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7391" y="1414467"/>
            <a:ext cx="8694736" cy="2357432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93DE5D-CDF0-8E05-38E3-07B71CE4A2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7391" y="3794129"/>
            <a:ext cx="8694736" cy="1241426"/>
          </a:xfrm>
        </p:spPr>
        <p:txBody>
          <a:bodyPr/>
          <a:lstStyle>
            <a:lvl1pPr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CC92BA-747F-18F7-63BB-23B55D9B186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4CE622-A848-A5F8-A59F-CA201930C2A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CD72D3-B60B-81F5-BBDD-24F27E51FF7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77F13D9-3751-41A4-A69D-D41355859AE2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20970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71F6F1-337C-CFB7-02BE-9A8741FF08C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18311E-509B-2A2F-8261-D025CED4D55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60365" y="3914775"/>
            <a:ext cx="4603747" cy="14859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7010DA6-476F-A3BE-9101-D9F94E9CA1B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5116516" y="3914775"/>
            <a:ext cx="4603747" cy="14859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A87C1B-51B7-AF85-A028-5395B23D919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718ADFB-85D8-34B9-C6D7-6D303518B40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2B73E14-4D0A-A806-51CC-FB2BF886F84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E174AA7-6C02-4663-BCA3-57EC12D66DAE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37562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7767D5-109C-7772-72E1-5A26329E82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01623"/>
            <a:ext cx="8694736" cy="10969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D61446-13D4-8C2F-7C21-E39950C475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3736" y="1390646"/>
            <a:ext cx="4265611" cy="681035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53436D7-A4DF-CEEC-5515-05EBDD59F211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93736" y="2071692"/>
            <a:ext cx="4265611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94E22DA-993C-DB0E-23AE-B6BB7EBCA4FC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5103815" y="1390646"/>
            <a:ext cx="4284658" cy="681035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CD14849-FF58-F5C9-70AF-512D246FEF5B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5103815" y="2071692"/>
            <a:ext cx="4284658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7EBFC5C-C130-35F8-0027-89C9D206CBF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2AEF2DD-0398-B6CA-1909-F935E8622F9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FEB4112-6B48-E145-947A-3CD44E85943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41C6468-C2F8-4741-886C-FFA327EFFAC1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53095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DB8C9-6740-11D8-B21C-693D66D6A5B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08D6EDD-5E1D-9EB2-F05F-2EBFDC6A78F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BD60AB6-5387-4FB6-8BA2-4D356B0B896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7A77C2A-8E95-86C2-449B-A4496D8DD09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F834BE9-ADE1-4DBC-AB3E-AA1EB2860A61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97087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830081E-5772-D5C9-08AE-4F0B1C06A40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BF13DED-7DA7-422E-4533-E4CAA356089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5FBDBD8-B22A-D862-2914-4269E7266A8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8CC562E-4259-451F-8DC1-67048490F0B7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0809859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736E8C-9AC2-5475-F938-E73A1A2050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C9F1CE-75DE-A375-4A56-873F2C8BCA2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DA9412-19CA-B08A-ACE2-E91D76248C74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B2FDAED-1148-9E67-65E8-F55627F9B75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38087D-F9EF-5AF4-31BA-0B80FEB5D6F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306F01C-6BA0-7957-D4A7-968E39A31B2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410AB1E-58B0-4F9D-94F3-E7E83E664D76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15211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D2ED09-9CF5-9A05-A306-F48A3DFBEF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6F4331A-2208-CAF3-25E5-FFEF2E949921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</a:lstStyle>
          <a:p>
            <a:pPr lvl="0"/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AC2A124-7447-279C-D7AA-DB027BE22B7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09F887-7BF8-6AEA-5394-85623F60C17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A141C3A-E912-74C1-686D-7646C88F42E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123AAF-5AFD-0830-858D-2A1B9D3AFBF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3D933CA-D653-4094-9A86-14D9F814373B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0393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001F17-0245-43AE-7E90-B7583227198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E2F8DF9-E449-6BB8-68E2-42082141BFE8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1D0110-A61F-A47D-049B-CFE767AF0A7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DCA2DE-7E3D-7E48-3628-1301EE96C38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A38E19-F09E-017C-E6E1-DA8293E7B26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D4CB41B-7C32-4693-81BF-5B1AD60B606D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76619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509D577-37BF-1DF5-E1B4-B29AAEF9022C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7380286" y="2835270"/>
            <a:ext cx="2339977" cy="256540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F9B8E9E-61BA-41D9-9A12-3CCC3F4E2064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360365" y="2835270"/>
            <a:ext cx="6867528" cy="256540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0414CA-1924-939F-57A2-04DE58B7E51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3A443C-D968-A4A8-8CC7-960FCFF5794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4D3A0E-50DD-85B2-D01F-AD6FBB6E833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570918B-91B3-446A-AE46-DCB31A84BA4F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47803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DC28D1-92DE-F2C4-2085-FBC8BD4C9F0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60472" y="928692"/>
            <a:ext cx="7559673" cy="1973266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62B4D6-A45D-969A-B42C-181B519B91D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60472" y="2978145"/>
            <a:ext cx="7559673" cy="1370008"/>
          </a:xfrm>
        </p:spPr>
        <p:txBody>
          <a:bodyPr anchorCtr="1"/>
          <a:lstStyle>
            <a:lvl1pPr algn="ctr">
              <a:defRPr sz="2400"/>
            </a:lvl1pPr>
          </a:lstStyle>
          <a:p>
            <a:pPr lvl="0"/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667BDD-05A6-224D-47DB-1CDB8B6504C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FF5F29-8392-5264-6D0C-8947BC5450F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363D4C-7586-E25B-AD85-73D630C1212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75545E8-DF4C-4143-ACE3-AABB863ACEB0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64851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FE5492-893C-34BA-41A9-1E966278874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986455-EC40-8FF8-3CE3-44FC68C4A8A3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A9AD4D-9DB0-A8B3-1CFC-34E98B9B2A4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A1DDB9-EFC7-4BF8-37C5-98E59837984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6DD592-7115-9A36-6CA4-25D453C0876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721549A-6D14-4262-8DCD-3324D9715331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1755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4D7E55-4DAC-4BBE-5CD7-EC4809804C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7391" y="1414467"/>
            <a:ext cx="8694736" cy="2357432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76F0558-9FDD-A272-9C4C-13FDA727AF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7391" y="3794129"/>
            <a:ext cx="8694736" cy="1241426"/>
          </a:xfrm>
        </p:spPr>
        <p:txBody>
          <a:bodyPr/>
          <a:lstStyle>
            <a:lvl1pPr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CEDD9F-6805-B46C-841B-43B3388A0F9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D0F504-34D6-0E7D-AE3E-B54F622A7A9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441BFB-5784-87EA-FAF9-DCF059D97FE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2E2169F-D324-49D9-AFD0-387B433A8BF2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83872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FCC252-39FF-36FF-DECC-85AC9F9D0F8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0593A9-1AA8-7745-9226-C125F25FFD3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419471" y="3240084"/>
            <a:ext cx="3073398" cy="161924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017B06-D2D0-2590-F706-0F59C76DB33C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645273" y="3240084"/>
            <a:ext cx="3074990" cy="161924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7EC3BD9-B92C-866B-7935-F5B65667399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BD9E434-B6ED-F3CA-D383-03CD0475045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43C7383-9ED8-26A4-A267-3B630AF7EA2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B3A6C39-FE94-42CB-8A5B-DAB8635C9EB0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35856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57BA3-12E1-53DE-3F05-5BC365AF5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01623"/>
            <a:ext cx="8694736" cy="10969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2AFE2B-A8DE-B08C-A7BB-D0E6743C14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3736" y="1390646"/>
            <a:ext cx="4265611" cy="681035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1CB9C1-5DFE-5FD0-AA45-7B5D7EB10044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93736" y="2071692"/>
            <a:ext cx="4265611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0D0DF41-805F-686D-D0FB-F8AB1BC3CDB4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5103815" y="1390646"/>
            <a:ext cx="4284658" cy="681035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E7E28B2-F787-A337-8928-E44D7DBC066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5103815" y="2071692"/>
            <a:ext cx="4284658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D36B26B-BD81-4E25-3308-DE585FD0FC0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558AD32-0C72-F81F-6CE4-8C59122E9F3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6725C4E-770E-AE29-91DA-E3A51188A46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1D9CB2F-2BA3-486E-8461-741CC0FBE7E2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98141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BB2E0B-8991-F766-47DF-676A6B60C48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16FA1C9-CBED-4F39-3EFA-82693A5956F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F9D8561-74B4-57A1-F1AA-010C0049B5C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E201416-9427-472E-C93C-A37D818AB29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599052C-2F16-435F-A972-FDAA1FF19E2C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08728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9470A78-5A72-7B72-2014-01C17526F7D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3086614-BC1E-2E45-D1FA-4FE26A9C82A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764A49-4836-B77B-3155-CB35C28129E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B820339-2F39-42B9-A0C5-990E131D007A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11968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5E6992-2D05-DBBA-FAA1-B8DECFD5BD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171966-C0C0-02B1-D6F9-2C41445699B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031CC7-95D0-A653-69FD-942C0278CB9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206033-83CC-D06B-997C-1F8D60D0D3C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CFC3D9-F253-8B1D-489C-C8C4581C209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305AAF3-DD1E-A79F-8F4C-5D41F91A7E2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BA127BE-62CD-43D3-BFB7-3A4724EF79EB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55455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C7D86-449A-ED50-D820-7A0DC4DAAE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DEF5285-FCE3-F7C3-8626-829647561543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</a:lstStyle>
          <a:p>
            <a:pPr lvl="0"/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0FF5E04-A92A-2C44-BAF7-021E51E0DEE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179E0C-7818-73ED-D858-0D37BC4A13F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39B247-3762-22D0-DDD9-11C135B6FF4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0CAC25-5BDF-6CE4-1EDA-D83E6A6894D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6976020-3AF7-478B-96E9-D309031F3C04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57847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416FB3-3A50-2DF1-AF78-827EFA383EE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4DCA69F-C747-8D28-7A65-7235DD54F489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584371-9E5F-CB8A-A98B-DA04E04A5C7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DFC7BC-E574-2F8E-74A1-9569D083F43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3FB9DB-4D98-A379-BC4E-0B5221A42A4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D3AE53F-359B-4230-BC6F-17E8193B6EC1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57810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EFA2CD2-07DD-4802-41DD-5C645B81CFA8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7966079" y="1484308"/>
            <a:ext cx="1754184" cy="3375022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206D830-9B01-7C31-5856-63B180B51967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2700342" y="1484308"/>
            <a:ext cx="5113333" cy="3375022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29CCC7-8917-AC1D-E0F9-8E9C22DFDBA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46EB30-17C6-9D75-6980-D8328089ABE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A86696-61CC-CF97-56A1-FC77AD7D80F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BC947CC-A906-4633-94D4-548D278A4DC2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711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F1CE5018-46D8-10BF-08E8-35C5ADBD2AAD}"/>
              </a:ext>
            </a:extLst>
          </p:cNvPr>
          <p:cNvSpPr>
            <a:spLocks noMove="1" noResize="1"/>
          </p:cNvSpPr>
          <p:nvPr/>
        </p:nvSpPr>
        <p:spPr>
          <a:xfrm>
            <a:off x="0" y="5399998"/>
            <a:ext cx="10079998" cy="270004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2C3E50"/>
          </a:solidFill>
          <a:ln cap="flat">
            <a:noFill/>
            <a:prstDash val="solid"/>
          </a:ln>
        </p:spPr>
        <p:txBody>
          <a:bodyPr vert="horz" wrap="none" lIns="90004" tIns="44997" rIns="90004" bIns="44997" anchor="ctr" anchorCtr="1" compatLnSpc="0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2C3E50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Forma libre: forma 2">
            <a:extLst>
              <a:ext uri="{FF2B5EF4-FFF2-40B4-BE49-F238E27FC236}">
                <a16:creationId xmlns:a16="http://schemas.microsoft.com/office/drawing/2014/main" id="{DD617041-1A5F-8BC8-054B-015CE02ECF28}"/>
              </a:ext>
            </a:extLst>
          </p:cNvPr>
          <p:cNvSpPr/>
          <p:nvPr/>
        </p:nvSpPr>
        <p:spPr>
          <a:xfrm>
            <a:off x="0" y="0"/>
            <a:ext cx="10079998" cy="1214999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2C3E50"/>
          </a:solidFill>
          <a:ln cap="flat">
            <a:noFill/>
            <a:prstDash val="solid"/>
          </a:ln>
        </p:spPr>
        <p:txBody>
          <a:bodyPr vert="horz" wrap="none" lIns="90004" tIns="44997" rIns="90004" bIns="44997" anchor="ctr" anchorCtr="1" compatLnSpc="0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2C3E50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4" name="Marcador de título 3">
            <a:extLst>
              <a:ext uri="{FF2B5EF4-FFF2-40B4-BE49-F238E27FC236}">
                <a16:creationId xmlns:a16="http://schemas.microsoft.com/office/drawing/2014/main" id="{D8CFF4DC-4B84-93B0-A779-1B78D1BB3E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9999" y="225719"/>
            <a:ext cx="9359999" cy="7189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/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9971444-E5DE-724D-15B0-B796E71F07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9999" y="1484994"/>
            <a:ext cx="9359999" cy="37800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34409E8B-0948-FA0C-226F-E04DA709F7E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359999" y="5399998"/>
            <a:ext cx="2880003" cy="2700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800" b="1" i="0" u="none" strike="noStrike" kern="1200" cap="none" spc="0" baseline="0">
                <a:solidFill>
                  <a:srgbClr val="FFFFFF"/>
                </a:solidFill>
                <a:uFillTx/>
                <a:latin typeface="Noto Sans" pitchFamily="34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s-ES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79E643AC-33A6-4A9C-2986-3A5346C82D48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20002" y="5399998"/>
            <a:ext cx="3240002" cy="2700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800" b="1" i="0" u="none" strike="noStrike" kern="1200" cap="none" spc="0" baseline="0">
                <a:solidFill>
                  <a:srgbClr val="FFFFFF"/>
                </a:solidFill>
                <a:uFillTx/>
                <a:latin typeface="Noto Sans" pitchFamily="34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s-ES"/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8E2ABCC4-612A-49CE-CE14-8B5E99D3FA54}"/>
              </a:ext>
            </a:extLst>
          </p:cNvPr>
          <p:cNvSpPr/>
          <p:nvPr/>
        </p:nvSpPr>
        <p:spPr>
          <a:xfrm>
            <a:off x="9315001" y="5175001"/>
            <a:ext cx="450003" cy="45000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*/ 5419351 1 1725033"/>
              <a:gd name="f8" fmla="*/ 10800 10800 1"/>
              <a:gd name="f9" fmla="+- 0 0 360"/>
              <a:gd name="f10" fmla="val 10800"/>
              <a:gd name="f11" fmla="+- 0 0 0"/>
              <a:gd name="f12" fmla="*/ f3 1 21600"/>
              <a:gd name="f13" fmla="*/ f4 1 21600"/>
              <a:gd name="f14" fmla="val f5"/>
              <a:gd name="f15" fmla="val f6"/>
              <a:gd name="f16" fmla="*/ 0 f7 1"/>
              <a:gd name="f17" fmla="*/ f5 f0 1"/>
              <a:gd name="f18" fmla="*/ f9 f0 1"/>
              <a:gd name="f19" fmla="*/ f11 f0 1"/>
              <a:gd name="f20" fmla="+- f15 0 f14"/>
              <a:gd name="f21" fmla="*/ f16 1 f2"/>
              <a:gd name="f22" fmla="*/ f17 1 f2"/>
              <a:gd name="f23" fmla="*/ f18 1 f2"/>
              <a:gd name="f24" fmla="*/ f19 1 f2"/>
              <a:gd name="f25" fmla="*/ f20 1 21600"/>
              <a:gd name="f26" fmla="+- 0 0 f21"/>
              <a:gd name="f27" fmla="+- f22 0 f1"/>
              <a:gd name="f28" fmla="+- f23 0 f1"/>
              <a:gd name="f29" fmla="+- f24 0 f1"/>
              <a:gd name="f30" fmla="*/ 3163 f25 1"/>
              <a:gd name="f31" fmla="*/ 18437 f25 1"/>
              <a:gd name="f32" fmla="*/ 10800 f25 1"/>
              <a:gd name="f33" fmla="*/ 0 f25 1"/>
              <a:gd name="f34" fmla="*/ 21600 f25 1"/>
              <a:gd name="f35" fmla="*/ f26 f0 1"/>
              <a:gd name="f36" fmla="+- f28 0 f27"/>
              <a:gd name="f37" fmla="*/ f35 1 f7"/>
              <a:gd name="f38" fmla="*/ f32 1 f25"/>
              <a:gd name="f39" fmla="*/ f33 1 f25"/>
              <a:gd name="f40" fmla="*/ f30 1 f25"/>
              <a:gd name="f41" fmla="*/ f31 1 f25"/>
              <a:gd name="f42" fmla="*/ f34 1 f25"/>
              <a:gd name="f43" fmla="+- f37 0 f1"/>
              <a:gd name="f44" fmla="*/ f40 f12 1"/>
              <a:gd name="f45" fmla="*/ f41 f12 1"/>
              <a:gd name="f46" fmla="*/ f41 f13 1"/>
              <a:gd name="f47" fmla="*/ f40 f13 1"/>
              <a:gd name="f48" fmla="*/ f38 f12 1"/>
              <a:gd name="f49" fmla="*/ f39 f13 1"/>
              <a:gd name="f50" fmla="*/ f39 f12 1"/>
              <a:gd name="f51" fmla="*/ f38 f13 1"/>
              <a:gd name="f52" fmla="*/ f42 f13 1"/>
              <a:gd name="f53" fmla="*/ f42 f12 1"/>
              <a:gd name="f54" fmla="+- f43 f1 0"/>
              <a:gd name="f55" fmla="*/ f54 f7 1"/>
              <a:gd name="f56" fmla="*/ f55 1 f0"/>
              <a:gd name="f57" fmla="+- 0 0 f56"/>
              <a:gd name="f58" fmla="+- 0 0 f57"/>
              <a:gd name="f59" fmla="*/ f58 f0 1"/>
              <a:gd name="f60" fmla="*/ f59 1 f7"/>
              <a:gd name="f61" fmla="+- f60 0 f1"/>
              <a:gd name="f62" fmla="cos 1 f61"/>
              <a:gd name="f63" fmla="sin 1 f61"/>
              <a:gd name="f64" fmla="+- 0 0 f62"/>
              <a:gd name="f65" fmla="+- 0 0 f63"/>
              <a:gd name="f66" fmla="+- 0 0 f64"/>
              <a:gd name="f67" fmla="+- 0 0 f65"/>
              <a:gd name="f68" fmla="val f66"/>
              <a:gd name="f69" fmla="val f67"/>
              <a:gd name="f70" fmla="+- 0 0 f68"/>
              <a:gd name="f71" fmla="+- 0 0 f69"/>
              <a:gd name="f72" fmla="*/ 10800 f70 1"/>
              <a:gd name="f73" fmla="*/ 10800 f71 1"/>
              <a:gd name="f74" fmla="*/ f72 f72 1"/>
              <a:gd name="f75" fmla="*/ f73 f73 1"/>
              <a:gd name="f76" fmla="+- f74 f75 0"/>
              <a:gd name="f77" fmla="sqrt f76"/>
              <a:gd name="f78" fmla="*/ f8 1 f77"/>
              <a:gd name="f79" fmla="*/ f70 f78 1"/>
              <a:gd name="f80" fmla="*/ f71 f78 1"/>
              <a:gd name="f81" fmla="+- 10800 0 f79"/>
              <a:gd name="f82" fmla="+- 10800 0 f8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48" y="f49"/>
              </a:cxn>
              <a:cxn ang="f29">
                <a:pos x="f44" y="f47"/>
              </a:cxn>
              <a:cxn ang="f29">
                <a:pos x="f50" y="f51"/>
              </a:cxn>
              <a:cxn ang="f29">
                <a:pos x="f44" y="f46"/>
              </a:cxn>
              <a:cxn ang="f29">
                <a:pos x="f48" y="f52"/>
              </a:cxn>
              <a:cxn ang="f29">
                <a:pos x="f45" y="f46"/>
              </a:cxn>
              <a:cxn ang="f29">
                <a:pos x="f53" y="f51"/>
              </a:cxn>
              <a:cxn ang="f29">
                <a:pos x="f45" y="f47"/>
              </a:cxn>
            </a:cxnLst>
            <a:rect l="f44" t="f47" r="f45" b="f46"/>
            <a:pathLst>
              <a:path w="21600" h="21600">
                <a:moveTo>
                  <a:pt x="f81" y="f82"/>
                </a:moveTo>
                <a:arcTo wR="f10" hR="f10" stAng="f27" swAng="f36"/>
                <a:close/>
              </a:path>
            </a:pathLst>
          </a:custGeom>
          <a:solidFill>
            <a:srgbClr val="1ABC9C"/>
          </a:solidFill>
          <a:ln w="10799" cap="flat">
            <a:solidFill>
              <a:srgbClr val="1ABC9C"/>
            </a:solidFill>
            <a:prstDash val="solid"/>
            <a:miter/>
          </a:ln>
        </p:spPr>
        <p:txBody>
          <a:bodyPr vert="horz" wrap="none" lIns="90004" tIns="44997" rIns="90004" bIns="44997" anchor="ctr" anchorCtr="1" compatLnSpc="0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2C3E50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1DAD70A-159C-CDBF-B6D9-659B60AB7278}"/>
              </a:ext>
            </a:extLst>
          </p:cNvPr>
          <p:cNvSpPr txBox="1"/>
          <p:nvPr/>
        </p:nvSpPr>
        <p:spPr>
          <a:xfrm>
            <a:off x="9179999" y="5130003"/>
            <a:ext cx="719998" cy="5399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55C7738-6A16-479C-802C-ADBFA76A8E02}" type="slidenum">
              <a:t>‹#›</a:t>
            </a:fld>
            <a:endParaRPr lang="es-ES" sz="1800" b="1" i="0" u="none" strike="noStrike" kern="1200" cap="none" spc="0" baseline="0">
              <a:solidFill>
                <a:srgbClr val="FFFFFF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s-ES" sz="2700" b="1" i="0" u="none" strike="noStrike" kern="1200" cap="none" spc="0" baseline="0">
          <a:solidFill>
            <a:srgbClr val="FFFFFF"/>
          </a:solidFill>
          <a:uFillTx/>
          <a:latin typeface="Noto Sans" pitchFamily="34"/>
        </a:defRPr>
      </a:lvl1pPr>
    </p:titleStyle>
    <p:bodyStyle>
      <a:lvl1pPr marL="0" marR="0" lvl="0" indent="0" defTabSz="914400" rtl="0" fontAlgn="auto" hangingPunct="1">
        <a:lnSpc>
          <a:spcPct val="100000"/>
        </a:lnSpc>
        <a:spcBef>
          <a:spcPts val="0"/>
        </a:spcBef>
        <a:spcAft>
          <a:spcPts val="1055"/>
        </a:spcAft>
        <a:buNone/>
        <a:tabLst/>
        <a:defRPr lang="es-ES" sz="2400" b="1" i="0" u="none" strike="noStrike" kern="1200" cap="none" spc="0" baseline="0">
          <a:solidFill>
            <a:srgbClr val="2C3E50"/>
          </a:solidFill>
          <a:uFillTx/>
          <a:latin typeface="Noto Sans" pitchFamily="34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E394195D-6C91-E1E5-5D84-01DBEA827EFB}"/>
              </a:ext>
            </a:extLst>
          </p:cNvPr>
          <p:cNvSpPr/>
          <p:nvPr/>
        </p:nvSpPr>
        <p:spPr>
          <a:xfrm>
            <a:off x="0" y="0"/>
            <a:ext cx="10079998" cy="567000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2C3E50"/>
          </a:solidFill>
          <a:ln cap="flat">
            <a:noFill/>
            <a:prstDash val="solid"/>
          </a:ln>
        </p:spPr>
        <p:txBody>
          <a:bodyPr vert="horz" wrap="none" lIns="90004" tIns="44997" rIns="90004" bIns="44997" anchor="ctr" anchorCtr="1" compatLnSpc="0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2C3E50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Forma libre: forma 2">
            <a:extLst>
              <a:ext uri="{FF2B5EF4-FFF2-40B4-BE49-F238E27FC236}">
                <a16:creationId xmlns:a16="http://schemas.microsoft.com/office/drawing/2014/main" id="{72DC6603-3B65-506E-425A-A1EB6F6A8C16}"/>
              </a:ext>
            </a:extLst>
          </p:cNvPr>
          <p:cNvSpPr/>
          <p:nvPr/>
        </p:nvSpPr>
        <p:spPr>
          <a:xfrm>
            <a:off x="0" y="0"/>
            <a:ext cx="10079998" cy="378000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1ABC9C"/>
          </a:solidFill>
          <a:ln w="10799" cap="flat">
            <a:solidFill>
              <a:srgbClr val="1ABC9C"/>
            </a:solidFill>
            <a:prstDash val="solid"/>
            <a:miter/>
          </a:ln>
        </p:spPr>
        <p:txBody>
          <a:bodyPr vert="horz" wrap="none" lIns="90004" tIns="44997" rIns="90004" bIns="44997" anchor="ctr" anchorCtr="1" compatLnSpc="0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2C3E50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4" name="Marcador de título 3">
            <a:extLst>
              <a:ext uri="{FF2B5EF4-FFF2-40B4-BE49-F238E27FC236}">
                <a16:creationId xmlns:a16="http://schemas.microsoft.com/office/drawing/2014/main" id="{8C81C780-F3E5-A408-0E5F-793517772B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9999" y="2834996"/>
            <a:ext cx="9359999" cy="7189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/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6CC924C-EB0E-6AF1-9272-0DE4D4513F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9999" y="3915003"/>
            <a:ext cx="9359999" cy="14849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591B5A81-9DFC-2074-4718-44D9F4831422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359999" y="5399998"/>
            <a:ext cx="2880003" cy="2700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800" b="1" i="0" u="none" strike="noStrike" kern="1200" cap="none" spc="0" baseline="0">
                <a:solidFill>
                  <a:srgbClr val="FFFFFF"/>
                </a:solidFill>
                <a:uFillTx/>
                <a:latin typeface="Noto Sans" pitchFamily="34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s-ES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B818A3D7-38AA-36D5-8B09-7F6CFB271E32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20002" y="5399998"/>
            <a:ext cx="3240002" cy="2700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800" b="1" i="0" u="none" strike="noStrike" kern="1200" cap="none" spc="0" baseline="0">
                <a:solidFill>
                  <a:srgbClr val="FFFFFF"/>
                </a:solidFill>
                <a:uFillTx/>
                <a:latin typeface="Noto Sans" pitchFamily="34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s-ES"/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F855C08B-C0EA-B225-34B2-1CA792E5623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9179999" y="5130003"/>
            <a:ext cx="719998" cy="5399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800" b="1" i="0" u="none" strike="noStrike" kern="1200" cap="none" spc="0" baseline="0">
                <a:solidFill>
                  <a:srgbClr val="FFFFFF"/>
                </a:solidFill>
                <a:uFillTx/>
                <a:latin typeface="Noto Sans" pitchFamily="34"/>
                <a:ea typeface="DejaVu Sans" pitchFamily="2"/>
                <a:cs typeface="Noto Sans" pitchFamily="2"/>
              </a:defRPr>
            </a:lvl1pPr>
          </a:lstStyle>
          <a:p>
            <a:pPr lvl="0"/>
            <a:fld id="{A89C4F70-015A-4F43-899C-AEAB7D1A8A2F}" type="slidenum"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ctr" defTabSz="914400" rtl="0" fontAlgn="auto" hangingPunct="1">
        <a:lnSpc>
          <a:spcPct val="150000"/>
        </a:lnSpc>
        <a:spcBef>
          <a:spcPts val="0"/>
        </a:spcBef>
        <a:spcAft>
          <a:spcPts val="0"/>
        </a:spcAft>
        <a:buNone/>
        <a:tabLst/>
        <a:defRPr lang="es-ES" sz="2700" b="1" i="0" u="none" strike="noStrike" kern="1200" cap="none" spc="0" baseline="0">
          <a:solidFill>
            <a:srgbClr val="FFFFFF"/>
          </a:solidFill>
          <a:uFillTx/>
          <a:latin typeface="Noto Sans" pitchFamily="34"/>
        </a:defRPr>
      </a:lvl1pPr>
    </p:titleStyle>
    <p:bodyStyle>
      <a:lvl1pPr marL="0" marR="0" lvl="0" indent="0" algn="l" defTabSz="914400" rtl="0" fontAlgn="auto" hangingPunct="1">
        <a:lnSpc>
          <a:spcPct val="100000"/>
        </a:lnSpc>
        <a:spcBef>
          <a:spcPts val="0"/>
        </a:spcBef>
        <a:spcAft>
          <a:spcPts val="655"/>
        </a:spcAft>
        <a:buNone/>
        <a:tabLst/>
        <a:defRPr lang="es-ES" sz="1500" b="0" i="0" u="none" strike="noStrike" kern="1200" cap="none" spc="0" baseline="0">
          <a:solidFill>
            <a:srgbClr val="FFFFFF"/>
          </a:solidFill>
          <a:uFillTx/>
          <a:latin typeface="Noto Sans" pitchFamily="34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94187E7A-21AC-2D76-9CFD-27FE6D40B33D}"/>
              </a:ext>
            </a:extLst>
          </p:cNvPr>
          <p:cNvSpPr/>
          <p:nvPr/>
        </p:nvSpPr>
        <p:spPr>
          <a:xfrm>
            <a:off x="0" y="0"/>
            <a:ext cx="10079998" cy="567000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2C3E50"/>
          </a:solidFill>
          <a:ln cap="flat">
            <a:noFill/>
            <a:prstDash val="solid"/>
          </a:ln>
        </p:spPr>
        <p:txBody>
          <a:bodyPr vert="horz" wrap="none" lIns="90004" tIns="44997" rIns="90004" bIns="44997" anchor="ctr" anchorCtr="1" compatLnSpc="0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2C3E50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3" name="Forma libre: forma 2">
            <a:extLst>
              <a:ext uri="{FF2B5EF4-FFF2-40B4-BE49-F238E27FC236}">
                <a16:creationId xmlns:a16="http://schemas.microsoft.com/office/drawing/2014/main" id="{2D1BEAE2-B16E-D274-E2B9-949DB7B55D7F}"/>
              </a:ext>
            </a:extLst>
          </p:cNvPr>
          <p:cNvSpPr/>
          <p:nvPr/>
        </p:nvSpPr>
        <p:spPr>
          <a:xfrm>
            <a:off x="2520004" y="1350001"/>
            <a:ext cx="5039999" cy="1890000"/>
          </a:xfrm>
          <a:custGeom>
            <a:avLst>
              <a:gd name="f0" fmla="val 3449"/>
              <a:gd name="f1" fmla="val 3951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+- 0 0 1"/>
              <a:gd name="f10" fmla="val 2147483647"/>
              <a:gd name="f11" fmla="val 3590"/>
              <a:gd name="f12" fmla="val 8970"/>
              <a:gd name="f13" fmla="val 12630"/>
              <a:gd name="f14" fmla="val 18010"/>
              <a:gd name="f15" fmla="val -2147483647"/>
              <a:gd name="f16" fmla="+- 0 0 0"/>
              <a:gd name="f17" fmla="*/ f5 1 21600"/>
              <a:gd name="f18" fmla="*/ f6 1 21600"/>
              <a:gd name="f19" fmla="val f7"/>
              <a:gd name="f20" fmla="val f8"/>
              <a:gd name="f21" fmla="pin -2147483647 f0 2147483647"/>
              <a:gd name="f22" fmla="pin -2147483647 f1 2147483647"/>
              <a:gd name="f23" fmla="*/ f16 f2 1"/>
              <a:gd name="f24" fmla="+- f20 0 f19"/>
              <a:gd name="f25" fmla="val f21"/>
              <a:gd name="f26" fmla="val f22"/>
              <a:gd name="f27" fmla="*/ f21 f17 1"/>
              <a:gd name="f28" fmla="*/ f22 f18 1"/>
              <a:gd name="f29" fmla="*/ f23 1 f4"/>
              <a:gd name="f30" fmla="*/ f24 1 21600"/>
              <a:gd name="f31" fmla="+- f25 0 10800"/>
              <a:gd name="f32" fmla="+- f26 0 10800"/>
              <a:gd name="f33" fmla="+- f26 0 21600"/>
              <a:gd name="f34" fmla="+- f25 0 21600"/>
              <a:gd name="f35" fmla="+- f29 0 f3"/>
              <a:gd name="f36" fmla="*/ f25 f17 1"/>
              <a:gd name="f37" fmla="*/ f26 f18 1"/>
              <a:gd name="f38" fmla="*/ 0 f30 1"/>
              <a:gd name="f39" fmla="*/ 21600 f30 1"/>
              <a:gd name="f40" fmla="*/ 10800 f30 1"/>
              <a:gd name="f41" fmla="abs f31"/>
              <a:gd name="f42" fmla="abs f32"/>
              <a:gd name="f43" fmla="+- f41 0 f42"/>
              <a:gd name="f44" fmla="+- f42 0 f41"/>
              <a:gd name="f45" fmla="*/ f40 1 f30"/>
              <a:gd name="f46" fmla="*/ f38 1 f30"/>
              <a:gd name="f47" fmla="*/ f39 1 f30"/>
              <a:gd name="f48" fmla="?: f32 f9 f43"/>
              <a:gd name="f49" fmla="?: f32 f43 f9"/>
              <a:gd name="f50" fmla="?: f31 f9 f44"/>
              <a:gd name="f51" fmla="?: f31 f44 f9"/>
              <a:gd name="f52" fmla="*/ f46 f17 1"/>
              <a:gd name="f53" fmla="*/ f47 f17 1"/>
              <a:gd name="f54" fmla="*/ f47 f18 1"/>
              <a:gd name="f55" fmla="*/ f46 f18 1"/>
              <a:gd name="f56" fmla="*/ f45 f17 1"/>
              <a:gd name="f57" fmla="*/ f45 f18 1"/>
              <a:gd name="f58" fmla="?: f25 f9 f48"/>
              <a:gd name="f59" fmla="?: f25 f9 f49"/>
              <a:gd name="f60" fmla="?: f33 f50 f9"/>
              <a:gd name="f61" fmla="?: f33 f51 f9"/>
              <a:gd name="f62" fmla="?: f34 f49 f9"/>
              <a:gd name="f63" fmla="?: f34 f48 f9"/>
              <a:gd name="f64" fmla="?: f26 f9 f51"/>
              <a:gd name="f65" fmla="?: f26 f9 f50"/>
              <a:gd name="f66" fmla="?: f58 f25 0"/>
              <a:gd name="f67" fmla="?: f58 f26 6280"/>
              <a:gd name="f68" fmla="?: f59 f25 0"/>
              <a:gd name="f69" fmla="?: f59 f26 15320"/>
              <a:gd name="f70" fmla="?: f60 f25 6280"/>
              <a:gd name="f71" fmla="?: f60 f26 21600"/>
              <a:gd name="f72" fmla="?: f61 f25 15320"/>
              <a:gd name="f73" fmla="?: f61 f26 21600"/>
              <a:gd name="f74" fmla="?: f62 f25 21600"/>
              <a:gd name="f75" fmla="?: f62 f26 15320"/>
              <a:gd name="f76" fmla="?: f63 f25 21600"/>
              <a:gd name="f77" fmla="?: f63 f26 6280"/>
              <a:gd name="f78" fmla="?: f64 f25 15320"/>
              <a:gd name="f79" fmla="?: f64 f26 0"/>
              <a:gd name="f80" fmla="?: f65 f25 6280"/>
              <a:gd name="f81" fmla="?: f65 f26 0"/>
            </a:gdLst>
            <a:ahLst>
              <a:ahXY gdRefX="f0" minX="f15" maxX="f10" gdRefY="f1" minY="f15" maxY="f10">
                <a:pos x="f27" y="f2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5">
                <a:pos x="f56" y="f55"/>
              </a:cxn>
              <a:cxn ang="f35">
                <a:pos x="f52" y="f57"/>
              </a:cxn>
              <a:cxn ang="f35">
                <a:pos x="f56" y="f54"/>
              </a:cxn>
              <a:cxn ang="f35">
                <a:pos x="f53" y="f57"/>
              </a:cxn>
              <a:cxn ang="f35">
                <a:pos x="f36" y="f37"/>
              </a:cxn>
            </a:cxnLst>
            <a:rect l="f52" t="f55" r="f53" b="f54"/>
            <a:pathLst>
              <a:path w="21600" h="21600">
                <a:moveTo>
                  <a:pt x="f7" y="f7"/>
                </a:moveTo>
                <a:lnTo>
                  <a:pt x="f7" y="f11"/>
                </a:lnTo>
                <a:lnTo>
                  <a:pt x="f66" y="f67"/>
                </a:lnTo>
                <a:lnTo>
                  <a:pt x="f7" y="f12"/>
                </a:lnTo>
                <a:lnTo>
                  <a:pt x="f7" y="f13"/>
                </a:lnTo>
                <a:lnTo>
                  <a:pt x="f68" y="f69"/>
                </a:lnTo>
                <a:lnTo>
                  <a:pt x="f7" y="f14"/>
                </a:lnTo>
                <a:lnTo>
                  <a:pt x="f7" y="f8"/>
                </a:lnTo>
                <a:lnTo>
                  <a:pt x="f11" y="f8"/>
                </a:lnTo>
                <a:lnTo>
                  <a:pt x="f70" y="f71"/>
                </a:lnTo>
                <a:lnTo>
                  <a:pt x="f12" y="f8"/>
                </a:lnTo>
                <a:lnTo>
                  <a:pt x="f13" y="f8"/>
                </a:lnTo>
                <a:lnTo>
                  <a:pt x="f72" y="f73"/>
                </a:lnTo>
                <a:lnTo>
                  <a:pt x="f14" y="f8"/>
                </a:lnTo>
                <a:lnTo>
                  <a:pt x="f8" y="f8"/>
                </a:lnTo>
                <a:lnTo>
                  <a:pt x="f8" y="f14"/>
                </a:lnTo>
                <a:lnTo>
                  <a:pt x="f74" y="f75"/>
                </a:lnTo>
                <a:lnTo>
                  <a:pt x="f8" y="f13"/>
                </a:lnTo>
                <a:lnTo>
                  <a:pt x="f8" y="f12"/>
                </a:lnTo>
                <a:lnTo>
                  <a:pt x="f76" y="f77"/>
                </a:lnTo>
                <a:lnTo>
                  <a:pt x="f8" y="f11"/>
                </a:lnTo>
                <a:lnTo>
                  <a:pt x="f8" y="f7"/>
                </a:lnTo>
                <a:lnTo>
                  <a:pt x="f14" y="f7"/>
                </a:lnTo>
                <a:lnTo>
                  <a:pt x="f78" y="f79"/>
                </a:lnTo>
                <a:lnTo>
                  <a:pt x="f13" y="f7"/>
                </a:lnTo>
                <a:lnTo>
                  <a:pt x="f12" y="f7"/>
                </a:lnTo>
                <a:lnTo>
                  <a:pt x="f80" y="f81"/>
                </a:lnTo>
                <a:lnTo>
                  <a:pt x="f11" y="f7"/>
                </a:lnTo>
                <a:lnTo>
                  <a:pt x="f7" y="f7"/>
                </a:lnTo>
                <a:close/>
              </a:path>
            </a:pathLst>
          </a:custGeom>
          <a:solidFill>
            <a:srgbClr val="FFFFFF"/>
          </a:solidFill>
          <a:ln w="71999" cap="flat">
            <a:solidFill>
              <a:srgbClr val="1ABC9C"/>
            </a:solidFill>
            <a:prstDash val="solid"/>
            <a:miter/>
          </a:ln>
        </p:spPr>
        <p:txBody>
          <a:bodyPr vert="horz" wrap="none" lIns="120600" tIns="75602" rIns="120600" bIns="75602" anchor="ctr" anchorCtr="1" compatLnSpc="0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2C3E50"/>
              </a:solidFill>
              <a:uFillTx/>
              <a:latin typeface="Noto Sans" pitchFamily="34"/>
              <a:ea typeface="DejaVu Sans" pitchFamily="2"/>
              <a:cs typeface="Noto Sans" pitchFamily="2"/>
            </a:endParaRPr>
          </a:p>
        </p:txBody>
      </p:sp>
      <p:sp>
        <p:nvSpPr>
          <p:cNvPr id="4" name="Marcador de título 3">
            <a:extLst>
              <a:ext uri="{FF2B5EF4-FFF2-40B4-BE49-F238E27FC236}">
                <a16:creationId xmlns:a16="http://schemas.microsoft.com/office/drawing/2014/main" id="{89CA388F-7A92-7845-4026-1D62A13FDC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00003" y="1484994"/>
            <a:ext cx="4679999" cy="16199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/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F2186C5-AC83-1C55-AC53-E052CE6331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20002" y="3240002"/>
            <a:ext cx="6299996" cy="16199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E0C4BCD5-067C-DA80-4794-221CE10F7D39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359999" y="5399998"/>
            <a:ext cx="2880003" cy="2700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800" b="1" i="0" u="none" strike="noStrike" kern="1200" cap="none" spc="0" baseline="0">
                <a:solidFill>
                  <a:srgbClr val="FFFFFF"/>
                </a:solidFill>
                <a:uFillTx/>
                <a:latin typeface="Noto Sans" pitchFamily="34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s-ES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605D9622-E22D-DC9C-D6A1-77899FC4C9E9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20002" y="5399998"/>
            <a:ext cx="3240002" cy="2700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800" b="1" i="0" u="none" strike="noStrike" kern="1200" cap="none" spc="0" baseline="0">
                <a:solidFill>
                  <a:srgbClr val="FFFFFF"/>
                </a:solidFill>
                <a:uFillTx/>
                <a:latin typeface="Noto Sans" pitchFamily="34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s-ES"/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F361E1B6-179B-5C76-0334-A1C1957DDFA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9179999" y="5130003"/>
            <a:ext cx="719998" cy="5399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800" b="1" i="0" u="none" strike="noStrike" kern="1200" cap="none" spc="0" baseline="0">
                <a:solidFill>
                  <a:srgbClr val="FFFFFF"/>
                </a:solidFill>
                <a:uFillTx/>
                <a:latin typeface="Noto Sans" pitchFamily="34"/>
                <a:ea typeface="DejaVu Sans" pitchFamily="2"/>
                <a:cs typeface="Noto Sans" pitchFamily="2"/>
              </a:defRPr>
            </a:lvl1pPr>
          </a:lstStyle>
          <a:p>
            <a:pPr lvl="0"/>
            <a:fld id="{36EE2C68-96B8-4B39-A324-27D9CE226430}" type="slidenum"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marL="0" marR="0" lvl="0" indent="0" algn="ctr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s-ES" sz="2700" b="1" i="0" u="none" strike="noStrike" kern="1200" cap="none" spc="0" baseline="0">
          <a:solidFill>
            <a:srgbClr val="2C3E50"/>
          </a:solidFill>
          <a:uFillTx/>
          <a:latin typeface="Noto Sans" pitchFamily="34"/>
        </a:defRPr>
      </a:lvl1pPr>
    </p:titleStyle>
    <p:bodyStyle>
      <a:lvl1pPr marL="0" marR="0" lvl="0" indent="0" algn="l" defTabSz="914400" rtl="0" fontAlgn="auto" hangingPunct="1">
        <a:lnSpc>
          <a:spcPct val="100000"/>
        </a:lnSpc>
        <a:spcBef>
          <a:spcPts val="0"/>
        </a:spcBef>
        <a:spcAft>
          <a:spcPts val="655"/>
        </a:spcAft>
        <a:buNone/>
        <a:tabLst/>
        <a:defRPr lang="es-ES" sz="1500" b="0" i="0" u="none" strike="noStrike" kern="1200" cap="none" spc="0" baseline="0">
          <a:solidFill>
            <a:srgbClr val="FFFFFF"/>
          </a:solidFill>
          <a:uFillTx/>
          <a:latin typeface="Noto Sans" pitchFamily="34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s/docs/Web/HTML/Element/video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tags/tag_bdi.asp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8EDEA5-DC14-5B09-B6E5-F0BE9C9C87A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916046"/>
            <a:ext cx="9359999" cy="556819"/>
          </a:xfrm>
        </p:spPr>
        <p:txBody>
          <a:bodyPr>
            <a:spAutoFit/>
          </a:bodyPr>
          <a:lstStyle/>
          <a:p>
            <a:pPr lvl="0"/>
            <a:r>
              <a:rPr lang="es-ES" dirty="0">
                <a:cs typeface="Noto Sans" pitchFamily="2"/>
              </a:rPr>
              <a:t>Utilización de lenguajes de marcas en entornos web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8B7F38-11E3-E321-7F13-EE0F7C065D0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59999" y="4542084"/>
            <a:ext cx="9359999" cy="230832"/>
          </a:xfrm>
        </p:spPr>
        <p:txBody>
          <a:bodyPr anchor="ctr" anchorCtr="1">
            <a:spAutoFit/>
          </a:bodyPr>
          <a:lstStyle/>
          <a:p>
            <a:r>
              <a:rPr lang="es-ES"/>
              <a:t>Unidad 1 </a:t>
            </a:r>
            <a:r>
              <a:rPr lang="es-ES" dirty="0"/>
              <a:t>– HTML Segunda parte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19EC-9FAD-65C2-B0A2-DA6BEF38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25719"/>
            <a:ext cx="9359999" cy="719998"/>
          </a:xfrm>
        </p:spPr>
        <p:txBody>
          <a:bodyPr/>
          <a:lstStyle/>
          <a:p>
            <a:pPr lvl="0"/>
            <a:r>
              <a:rPr lang="es-ES" dirty="0">
                <a:cs typeface="Noto Sans" pitchFamily="2"/>
              </a:rPr>
              <a:t>Elementos de bloque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2D25CFD-62EB-6453-CC54-905BDCDD4140}"/>
              </a:ext>
            </a:extLst>
          </p:cNvPr>
          <p:cNvSpPr txBox="1"/>
          <p:nvPr/>
        </p:nvSpPr>
        <p:spPr>
          <a:xfrm>
            <a:off x="503583" y="1603513"/>
            <a:ext cx="89955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Los elementos de bloque usualmente inician en una nueva línea y se extienden hasta el ancho</a:t>
            </a:r>
          </a:p>
          <a:p>
            <a:r>
              <a:rPr lang="es-ES" dirty="0"/>
              <a:t>completo de su contenedor. Vamos a ver algunos más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E615458-C3EC-3B4F-2526-CA4623ED7D0C}"/>
              </a:ext>
            </a:extLst>
          </p:cNvPr>
          <p:cNvSpPr txBox="1"/>
          <p:nvPr/>
        </p:nvSpPr>
        <p:spPr>
          <a:xfrm>
            <a:off x="477079" y="2292626"/>
            <a:ext cx="816281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Aqui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tienes una cita  de la web ejemplo.com: 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blockquote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cite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"https://www.ejemplo.com"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Esto es un ejemplo de un </a:t>
            </a:r>
            <a:r>
              <a:rPr lang="es-E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blockquote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 Esta etiqueta </a:t>
            </a:r>
          </a:p>
          <a:p>
            <a:r>
              <a:rPr lang="es-ES" dirty="0">
                <a:solidFill>
                  <a:srgbClr val="CCCCCC"/>
                </a:solidFill>
                <a:latin typeface="Consolas" panose="020B0609020204030204" pitchFamily="49" charset="0"/>
              </a:rPr>
              <a:t>	     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 usa para citar un bloque de texto.</a:t>
            </a:r>
          </a:p>
          <a:p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blockquote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9262B43-FCD7-6269-CBB7-9D3B521DA5DC}"/>
              </a:ext>
            </a:extLst>
          </p:cNvPr>
          <p:cNvSpPr txBox="1"/>
          <p:nvPr/>
        </p:nvSpPr>
        <p:spPr>
          <a:xfrm>
            <a:off x="556591" y="4346713"/>
            <a:ext cx="9207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err="1"/>
              <a:t>blockquote</a:t>
            </a:r>
            <a:r>
              <a:rPr lang="es-ES" dirty="0"/>
              <a:t> está envolviendo un texto citado, incluyendo el atributo cite que contiene la URL que</a:t>
            </a:r>
          </a:p>
          <a:p>
            <a:r>
              <a:rPr lang="es-ES" dirty="0"/>
              <a:t>supuestamente apunta a la fuente de la cita.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19EC-9FAD-65C2-B0A2-DA6BEF38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25719"/>
            <a:ext cx="9359999" cy="719998"/>
          </a:xfrm>
        </p:spPr>
        <p:txBody>
          <a:bodyPr/>
          <a:lstStyle/>
          <a:p>
            <a:pPr lvl="0"/>
            <a:r>
              <a:rPr lang="es-ES" dirty="0">
                <a:cs typeface="Noto Sans" pitchFamily="2"/>
              </a:rPr>
              <a:t>Elementos de bloque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F78A97C-7BCF-5C92-84DE-4AF66D149EA7}"/>
              </a:ext>
            </a:extLst>
          </p:cNvPr>
          <p:cNvSpPr txBox="1"/>
          <p:nvPr/>
        </p:nvSpPr>
        <p:spPr>
          <a:xfrm>
            <a:off x="675861" y="1577009"/>
            <a:ext cx="91867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La etiqueta </a:t>
            </a:r>
            <a:r>
              <a:rPr lang="es-ES" b="1" dirty="0" err="1"/>
              <a:t>canvas</a:t>
            </a:r>
            <a:r>
              <a:rPr lang="es-ES" dirty="0"/>
              <a:t> se utiliza para añadir gráficos y animaciones en un documento web mediante</a:t>
            </a:r>
          </a:p>
          <a:p>
            <a:r>
              <a:rPr lang="es-ES" dirty="0"/>
              <a:t>scripting, generalmente con </a:t>
            </a:r>
            <a:r>
              <a:rPr lang="es-ES" dirty="0" err="1"/>
              <a:t>javascript</a:t>
            </a:r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0028756-1A2C-2D6C-EA0C-3A8429865E01}"/>
              </a:ext>
            </a:extLst>
          </p:cNvPr>
          <p:cNvSpPr txBox="1"/>
          <p:nvPr/>
        </p:nvSpPr>
        <p:spPr>
          <a:xfrm>
            <a:off x="834887" y="2149377"/>
            <a:ext cx="10827025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canvas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miCanvas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"200"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"200"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"border:1px </a:t>
            </a:r>
            <a:r>
              <a:rPr lang="es-E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;"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Tu navegador no soporta la etiqueta </a:t>
            </a:r>
            <a:r>
              <a:rPr lang="es-E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canvas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canvas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E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Obtener el elemento </a:t>
            </a:r>
            <a:r>
              <a:rPr lang="es-ES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canvas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canvas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s-E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miCanvas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canvas</a:t>
            </a:r>
            <a:r>
              <a:rPr lang="es-E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getContext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"2d"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E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Dibujar un círculo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s-E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beginPath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E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arc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s-E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s-E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s-E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fillStyle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"red"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s-E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fill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s-E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stroke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E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Arigato</a:t>
            </a:r>
            <a:r>
              <a:rPr lang="es-E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505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19EC-9FAD-65C2-B0A2-DA6BEF38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25719"/>
            <a:ext cx="9359999" cy="719998"/>
          </a:xfrm>
        </p:spPr>
        <p:txBody>
          <a:bodyPr/>
          <a:lstStyle/>
          <a:p>
            <a:pPr lvl="0"/>
            <a:r>
              <a:rPr lang="es-ES" dirty="0">
                <a:cs typeface="Noto Sans" pitchFamily="2"/>
              </a:rPr>
              <a:t>Elementos de bloque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3470F8A-5038-1C31-C4A4-933A5B3FAF03}"/>
              </a:ext>
            </a:extLst>
          </p:cNvPr>
          <p:cNvSpPr txBox="1"/>
          <p:nvPr/>
        </p:nvSpPr>
        <p:spPr>
          <a:xfrm>
            <a:off x="426721" y="1501140"/>
            <a:ext cx="94689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La etiqueta </a:t>
            </a:r>
            <a:r>
              <a:rPr lang="es-ES" b="1" dirty="0"/>
              <a:t>&lt;</a:t>
            </a:r>
            <a:r>
              <a:rPr lang="es-ES" b="1" dirty="0" err="1"/>
              <a:t>details</a:t>
            </a:r>
            <a:r>
              <a:rPr lang="es-ES" b="1" dirty="0"/>
              <a:t>&gt; </a:t>
            </a:r>
            <a:r>
              <a:rPr lang="es-ES" dirty="0"/>
              <a:t>en HTML se usa para crear un widget de divulgación que el usuario puede abrir  o cerrar para mostrar u ocultar contenido adicional, como información adicional, ejemplos o</a:t>
            </a:r>
          </a:p>
          <a:p>
            <a:r>
              <a:rPr lang="es-ES" dirty="0"/>
              <a:t> referencias. Esta etiqueta es útil para reducir la cantidad de información visible a la vez, </a:t>
            </a:r>
          </a:p>
          <a:p>
            <a:r>
              <a:rPr lang="es-ES" dirty="0"/>
              <a:t>permitiendo a los usuarios acceder a más detalles según sea necesario.</a:t>
            </a:r>
          </a:p>
          <a:p>
            <a:endParaRPr lang="es-ES" dirty="0"/>
          </a:p>
          <a:p>
            <a:r>
              <a:rPr lang="es-ES" dirty="0"/>
              <a:t>La etiqueta </a:t>
            </a:r>
            <a:r>
              <a:rPr lang="es-ES" b="1" dirty="0"/>
              <a:t>&lt;</a:t>
            </a:r>
            <a:r>
              <a:rPr lang="es-ES" b="1" dirty="0" err="1"/>
              <a:t>details</a:t>
            </a:r>
            <a:r>
              <a:rPr lang="es-ES" b="1" dirty="0"/>
              <a:t>&gt; </a:t>
            </a:r>
            <a:r>
              <a:rPr lang="es-ES" dirty="0"/>
              <a:t>generalmente incluye como hijo el elemento </a:t>
            </a:r>
            <a:r>
              <a:rPr lang="es-ES" b="1" dirty="0"/>
              <a:t>&lt;</a:t>
            </a:r>
            <a:r>
              <a:rPr lang="es-ES" b="1" dirty="0" err="1"/>
              <a:t>summary</a:t>
            </a:r>
            <a:r>
              <a:rPr lang="es-ES" b="1" dirty="0"/>
              <a:t>&gt;, </a:t>
            </a:r>
          </a:p>
          <a:p>
            <a:r>
              <a:rPr lang="es-ES" dirty="0"/>
              <a:t>que define el texto o el contenido que se mostrará antes de que el usuario </a:t>
            </a:r>
          </a:p>
          <a:p>
            <a:r>
              <a:rPr lang="es-ES" dirty="0"/>
              <a:t>expanda los detalles adicionales.</a:t>
            </a:r>
          </a:p>
        </p:txBody>
      </p:sp>
    </p:spTree>
    <p:extLst>
      <p:ext uri="{BB962C8B-B14F-4D97-AF65-F5344CB8AC3E}">
        <p14:creationId xmlns:p14="http://schemas.microsoft.com/office/powerpoint/2010/main" val="2988816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19EC-9FAD-65C2-B0A2-DA6BEF38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25719"/>
            <a:ext cx="9359999" cy="719998"/>
          </a:xfrm>
        </p:spPr>
        <p:txBody>
          <a:bodyPr/>
          <a:lstStyle/>
          <a:p>
            <a:pPr lvl="0"/>
            <a:r>
              <a:rPr lang="es-ES" dirty="0">
                <a:cs typeface="Noto Sans" pitchFamily="2"/>
              </a:rPr>
              <a:t>Elementos de bloque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E4F81ED-CBDE-481A-48AC-32ECA16D0B94}"/>
              </a:ext>
            </a:extLst>
          </p:cNvPr>
          <p:cNvSpPr txBox="1"/>
          <p:nvPr/>
        </p:nvSpPr>
        <p:spPr>
          <a:xfrm>
            <a:off x="266700" y="1201639"/>
            <a:ext cx="963168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details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E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&lt;!-- Si no se pone la etiqueta </a:t>
            </a:r>
            <a:r>
              <a:rPr lang="es-ES" sz="14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summary</a:t>
            </a:r>
            <a:r>
              <a:rPr lang="es-E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pone por defecto "Detalles"--&gt;</a:t>
            </a:r>
            <a:endParaRPr lang="es-E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summary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Título del contenido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summary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Este es el contenido detallado que está oculto inicialmente y se mostrará cuando el usuario expanda el widget de divulgación.</a:t>
            </a:r>
          </a:p>
          <a:p>
            <a:r>
              <a:rPr lang="es-E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details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s-E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details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summary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¿Cómo usar la etiqueta </a:t>
            </a:r>
            <a:r>
              <a:rPr lang="es-E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details</a:t>
            </a:r>
            <a:r>
              <a:rPr lang="es-E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summary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La etiqueta 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s-E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lt;</a:t>
            </a:r>
            <a:r>
              <a:rPr lang="es-E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details</a:t>
            </a:r>
            <a:r>
              <a:rPr lang="es-E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&amp;gt</a:t>
            </a:r>
            <a:r>
              <a:rPr lang="es-E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se usa para crear un widget que los usuarios pueden abrir o cerrar para mostrar u ocultar contenido adicional.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La etiqueta 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s-E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lt;</a:t>
            </a:r>
            <a:r>
              <a:rPr lang="es-E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summary</a:t>
            </a:r>
            <a:r>
              <a:rPr lang="es-E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&amp;gt</a:t>
            </a:r>
            <a:r>
              <a:rPr lang="es-E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se usa junto con 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s-E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lt;</a:t>
            </a:r>
            <a:r>
              <a:rPr lang="es-E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details</a:t>
            </a:r>
            <a:r>
              <a:rPr lang="es-E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&amp;gt</a:t>
            </a:r>
            <a:r>
              <a:rPr lang="es-E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para mostrar el texto o contenido visible antes de expandir los detalles.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details</a:t>
            </a:r>
            <a:r>
              <a:rPr lang="es-E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450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19EC-9FAD-65C2-B0A2-DA6BEF38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25719"/>
            <a:ext cx="9359999" cy="719998"/>
          </a:xfrm>
        </p:spPr>
        <p:txBody>
          <a:bodyPr/>
          <a:lstStyle/>
          <a:p>
            <a:pPr lvl="0"/>
            <a:r>
              <a:rPr lang="es-ES" dirty="0">
                <a:cs typeface="Noto Sans" pitchFamily="2"/>
              </a:rPr>
              <a:t>Elementos de bloque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2DA9BDC-4B6B-B1AD-AB76-909E7957D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86" y="1361200"/>
            <a:ext cx="946925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El elemento </a:t>
            </a:r>
            <a:r>
              <a:rPr lang="es-ES" alt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s-ES" altLang="es-E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dialog</a:t>
            </a:r>
            <a:r>
              <a:rPr lang="es-ES" alt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s-ES" altLang="es-ES" sz="1600" dirty="0">
                <a:latin typeface="Arial" panose="020B0604020202020204" pitchFamily="34" charset="0"/>
                <a:cs typeface="Arial" panose="020B0604020202020204" pitchFamily="34" charset="0"/>
              </a:rPr>
              <a:t>en HTML representa una caja de diálogo o ventana que se puede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mostrar al usuario.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Puede ser utilizado para construir modales, ventanas emergentes, cuadros de alerta personalizados,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entre otros.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Este elemento puede ser mostrado u ocultado utilizando por ejemplo JavaScript.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BA0FDC1-35E4-CA49-04C7-E2C74745A5F8}"/>
              </a:ext>
            </a:extLst>
          </p:cNvPr>
          <p:cNvSpPr txBox="1"/>
          <p:nvPr/>
        </p:nvSpPr>
        <p:spPr>
          <a:xfrm>
            <a:off x="401955" y="2887325"/>
            <a:ext cx="50406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dialog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ventana </a:t>
            </a:r>
            <a:r>
              <a:rPr lang="es-E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dialog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dialog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A8D884F-3F9B-0F6D-4002-DF6022972E09}"/>
              </a:ext>
            </a:extLst>
          </p:cNvPr>
          <p:cNvSpPr txBox="1"/>
          <p:nvPr/>
        </p:nvSpPr>
        <p:spPr>
          <a:xfrm>
            <a:off x="4236720" y="2849880"/>
            <a:ext cx="46712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* Los atributos que podemos utilizar son open y</a:t>
            </a:r>
          </a:p>
          <a:p>
            <a:r>
              <a:rPr lang="es-ES" dirty="0" err="1"/>
              <a:t>close</a:t>
            </a:r>
            <a:r>
              <a:rPr lang="es-ES" dirty="0"/>
              <a:t>. Si no se pone nada, por defecto es </a:t>
            </a:r>
            <a:r>
              <a:rPr lang="es-ES" dirty="0" err="1"/>
              <a:t>close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5546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19EC-9FAD-65C2-B0A2-DA6BEF38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25719"/>
            <a:ext cx="9359999" cy="719998"/>
          </a:xfrm>
        </p:spPr>
        <p:txBody>
          <a:bodyPr/>
          <a:lstStyle/>
          <a:p>
            <a:pPr lvl="0"/>
            <a:r>
              <a:rPr lang="es-ES" dirty="0">
                <a:cs typeface="Noto Sans" pitchFamily="2"/>
              </a:rPr>
              <a:t>Elementos de bloque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108E987-DF0B-A4D1-29A7-EF15EA6A915D}"/>
              </a:ext>
            </a:extLst>
          </p:cNvPr>
          <p:cNvSpPr txBox="1"/>
          <p:nvPr/>
        </p:nvSpPr>
        <p:spPr>
          <a:xfrm>
            <a:off x="533400" y="1379220"/>
            <a:ext cx="92297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Con el elemento </a:t>
            </a:r>
            <a:r>
              <a:rPr lang="es-ES" b="1" dirty="0"/>
              <a:t>figure </a:t>
            </a:r>
            <a:r>
              <a:rPr lang="es-ES" dirty="0"/>
              <a:t>podemos anidar los elementos </a:t>
            </a:r>
            <a:r>
              <a:rPr lang="es-ES" b="1" dirty="0" err="1"/>
              <a:t>img</a:t>
            </a:r>
            <a:r>
              <a:rPr lang="es-ES" dirty="0"/>
              <a:t> y </a:t>
            </a:r>
            <a:r>
              <a:rPr lang="es-ES" b="1" dirty="0" err="1"/>
              <a:t>figcaption</a:t>
            </a:r>
            <a:r>
              <a:rPr lang="es-ES" dirty="0"/>
              <a:t> para mostrar una imagen</a:t>
            </a:r>
          </a:p>
          <a:p>
            <a:r>
              <a:rPr lang="es-ES" dirty="0"/>
              <a:t>junto con su leyenda o subtítulo.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B9B07F4-6F9F-69B7-EE4E-FA10BCA81735}"/>
              </a:ext>
            </a:extLst>
          </p:cNvPr>
          <p:cNvSpPr txBox="1"/>
          <p:nvPr/>
        </p:nvSpPr>
        <p:spPr>
          <a:xfrm>
            <a:off x="639416" y="2152255"/>
            <a:ext cx="914068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"http://placekitten.com/300/300"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alt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 esta imagen </a:t>
            </a:r>
            <a:r>
              <a:rPr lang="es-E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se   representa </a:t>
            </a:r>
            <a:r>
              <a:rPr lang="es-E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un gatito"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figcaption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Figura 1: Imagen de un gatito.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figcaption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153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19EC-9FAD-65C2-B0A2-DA6BEF38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25719"/>
            <a:ext cx="9359999" cy="719998"/>
          </a:xfrm>
        </p:spPr>
        <p:txBody>
          <a:bodyPr/>
          <a:lstStyle/>
          <a:p>
            <a:pPr lvl="0"/>
            <a:r>
              <a:rPr lang="es-ES" dirty="0">
                <a:cs typeface="Noto Sans" pitchFamily="2"/>
              </a:rPr>
              <a:t>Elementos de bloque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629E70F-AF27-863E-90B2-C2E8A58F6305}"/>
              </a:ext>
            </a:extLst>
          </p:cNvPr>
          <p:cNvSpPr txBox="1"/>
          <p:nvPr/>
        </p:nvSpPr>
        <p:spPr>
          <a:xfrm>
            <a:off x="965835" y="2895868"/>
            <a:ext cx="504063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Mi página web</a:t>
            </a:r>
          </a:p>
          <a:p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noscript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Para una mejor experiencia en este sitio, por favor habilita JavaScript en tu navegador.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noscript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8BA8784-7398-7B44-DE97-1AFD572C1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" y="1489949"/>
            <a:ext cx="9376028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 etiqueta </a:t>
            </a:r>
            <a:r>
              <a:rPr kumimoji="0" lang="es-ES" altLang="es-E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s-ES" altLang="es-E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noscript</a:t>
            </a:r>
            <a:r>
              <a:rPr kumimoji="0" lang="es-ES" altLang="es-E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 HTML se utiliza para definir un contenido alternativo que se mostrará en los navegadores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que no tienen habilitado</a:t>
            </a:r>
            <a:r>
              <a:rPr lang="es-ES" altLang="es-E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JavaScript o que no lo soportan. Es una forma de proporcionar una experiencia de usuario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mejorada para aquellos casos en los que el código JavaScript no se puede ejecutar. </a:t>
            </a:r>
          </a:p>
        </p:txBody>
      </p:sp>
    </p:spTree>
    <p:extLst>
      <p:ext uri="{BB962C8B-B14F-4D97-AF65-F5344CB8AC3E}">
        <p14:creationId xmlns:p14="http://schemas.microsoft.com/office/powerpoint/2010/main" val="2792636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19EC-9FAD-65C2-B0A2-DA6BEF38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25719"/>
            <a:ext cx="9359999" cy="719998"/>
          </a:xfrm>
        </p:spPr>
        <p:txBody>
          <a:bodyPr/>
          <a:lstStyle/>
          <a:p>
            <a:pPr lvl="0"/>
            <a:r>
              <a:rPr lang="es-ES" dirty="0">
                <a:cs typeface="Noto Sans" pitchFamily="2"/>
              </a:rPr>
              <a:t>Elementos de línea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EDEE555-618C-C8CD-7578-68315246F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385351"/>
            <a:ext cx="778129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 etiqueta </a:t>
            </a:r>
            <a:r>
              <a:rPr kumimoji="0" lang="es-ES" altLang="es-E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&lt;video&gt; 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 HTML5 se utiliza para incrustar contenido de video en una página web.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D49A990-3F50-13B3-2714-9C5000A10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" y="1443931"/>
            <a:ext cx="9162316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Admite varios atributos que controlan la reproducción del video, como poster,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autoplay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controls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loop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muted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400" dirty="0">
                <a:latin typeface="Arial" panose="020B0604020202020204" pitchFamily="34" charset="0"/>
                <a:cs typeface="Arial" panose="020B0604020202020204" pitchFamily="34" charset="0"/>
              </a:rPr>
              <a:t>Puedes ver más información en </a:t>
            </a:r>
            <a:r>
              <a:rPr lang="es-ES" altLang="es-ES" sz="1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https://developer.mozilla.org/es/docs/Web/HTML/Element/video</a:t>
            </a:r>
            <a:endParaRPr kumimoji="0" lang="es-ES" altLang="es-E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42C60FE-1DEF-DB46-2C87-786C2CD083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8324" y="2315312"/>
            <a:ext cx="3474436" cy="264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409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19EC-9FAD-65C2-B0A2-DA6BEF38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25719"/>
            <a:ext cx="9359999" cy="719998"/>
          </a:xfrm>
        </p:spPr>
        <p:txBody>
          <a:bodyPr/>
          <a:lstStyle/>
          <a:p>
            <a:pPr lvl="0"/>
            <a:r>
              <a:rPr lang="es-ES" dirty="0">
                <a:cs typeface="Noto Sans" pitchFamily="2"/>
              </a:rPr>
              <a:t>Elementos de línea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483171A-927E-AFBF-D930-6426A10341C0}"/>
              </a:ext>
            </a:extLst>
          </p:cNvPr>
          <p:cNvSpPr txBox="1"/>
          <p:nvPr/>
        </p:nvSpPr>
        <p:spPr>
          <a:xfrm>
            <a:off x="291548" y="1537252"/>
            <a:ext cx="96747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Con el elemento </a:t>
            </a:r>
            <a:r>
              <a:rPr lang="es-ES" b="1" dirty="0" err="1"/>
              <a:t>abbr</a:t>
            </a:r>
            <a:r>
              <a:rPr lang="es-ES" dirty="0"/>
              <a:t> indicamos que el texto marcado es abreviatura o acrónimo. Aparece subrayado</a:t>
            </a:r>
          </a:p>
          <a:p>
            <a:r>
              <a:rPr lang="es-ES" dirty="0"/>
              <a:t>con una línea de puntos. Este elemento se acompaña con el atributo </a:t>
            </a:r>
            <a:r>
              <a:rPr lang="es-ES" b="1" dirty="0" err="1"/>
              <a:t>title</a:t>
            </a:r>
            <a:r>
              <a:rPr lang="es-ES" dirty="0"/>
              <a:t>, donde se describe el </a:t>
            </a:r>
          </a:p>
          <a:p>
            <a:r>
              <a:rPr lang="es-ES" dirty="0"/>
              <a:t>nombre completo de la abreviatura. Esta información se mostrará al posicionar </a:t>
            </a:r>
          </a:p>
          <a:p>
            <a:r>
              <a:rPr lang="es-ES" dirty="0"/>
              <a:t>el ratón en la abreviatura.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B6A3B06-25B8-915E-8FDB-12854FDD18C0}"/>
              </a:ext>
            </a:extLst>
          </p:cNvPr>
          <p:cNvSpPr txBox="1"/>
          <p:nvPr/>
        </p:nvSpPr>
        <p:spPr>
          <a:xfrm>
            <a:off x="273842" y="2793647"/>
            <a:ext cx="79632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Otro elemento es </a:t>
            </a:r>
            <a:r>
              <a:rPr lang="es-ES" b="1" dirty="0" err="1"/>
              <a:t>bdo</a:t>
            </a:r>
            <a:r>
              <a:rPr lang="es-ES" dirty="0"/>
              <a:t> (Bi-</a:t>
            </a:r>
            <a:r>
              <a:rPr lang="es-ES" dirty="0" err="1"/>
              <a:t>Directional</a:t>
            </a:r>
            <a:r>
              <a:rPr lang="es-ES" dirty="0"/>
              <a:t> </a:t>
            </a:r>
            <a:r>
              <a:rPr lang="es-ES" dirty="0" err="1"/>
              <a:t>Override</a:t>
            </a:r>
            <a:r>
              <a:rPr lang="es-ES" dirty="0"/>
              <a:t>) que sobrescribe la dirección actual </a:t>
            </a:r>
          </a:p>
          <a:p>
            <a:r>
              <a:rPr lang="es-ES" dirty="0"/>
              <a:t>del texto utilizando el atributo </a:t>
            </a:r>
            <a:r>
              <a:rPr lang="es-ES" dirty="0" err="1"/>
              <a:t>dir</a:t>
            </a:r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9F211EC-42FE-03B0-0C0D-A1A5B8EA1A7A}"/>
              </a:ext>
            </a:extLst>
          </p:cNvPr>
          <p:cNvSpPr txBox="1"/>
          <p:nvPr/>
        </p:nvSpPr>
        <p:spPr>
          <a:xfrm>
            <a:off x="308112" y="3502680"/>
            <a:ext cx="91406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Este texto va de izquierda a derecha: 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bdo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ltr</a:t>
            </a:r>
            <a:r>
              <a:rPr lang="es-E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Texto invertido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bdo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Este texto va de derecha a izquierda: 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bdo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rtl</a:t>
            </a:r>
            <a:r>
              <a:rPr lang="es-E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Texto invertido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bdo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234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19EC-9FAD-65C2-B0A2-DA6BEF38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25719"/>
            <a:ext cx="9359999" cy="719998"/>
          </a:xfrm>
        </p:spPr>
        <p:txBody>
          <a:bodyPr/>
          <a:lstStyle/>
          <a:p>
            <a:pPr lvl="0"/>
            <a:r>
              <a:rPr lang="es-ES" dirty="0">
                <a:cs typeface="Noto Sans" pitchFamily="2"/>
              </a:rPr>
              <a:t>Elementos de línea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F9AAC0A-05A6-2566-CB70-194C916B1C40}"/>
              </a:ext>
            </a:extLst>
          </p:cNvPr>
          <p:cNvSpPr txBox="1"/>
          <p:nvPr/>
        </p:nvSpPr>
        <p:spPr>
          <a:xfrm>
            <a:off x="372620" y="1299604"/>
            <a:ext cx="94091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Por otro lado tenemos el elemento </a:t>
            </a:r>
            <a:r>
              <a:rPr lang="es-ES" b="1" dirty="0" err="1"/>
              <a:t>bdi</a:t>
            </a:r>
            <a:r>
              <a:rPr lang="es-ES" b="1" dirty="0"/>
              <a:t> </a:t>
            </a:r>
            <a:r>
              <a:rPr lang="es-ES" dirty="0"/>
              <a:t>(Bi-</a:t>
            </a:r>
            <a:r>
              <a:rPr lang="es-ES" dirty="0" err="1"/>
              <a:t>Directional</a:t>
            </a:r>
            <a:r>
              <a:rPr lang="es-ES" dirty="0"/>
              <a:t> </a:t>
            </a:r>
            <a:r>
              <a:rPr lang="es-ES" dirty="0" err="1"/>
              <a:t>Isolation</a:t>
            </a:r>
            <a:r>
              <a:rPr lang="es-ES" dirty="0"/>
              <a:t>) aísla un fragmento de </a:t>
            </a:r>
          </a:p>
          <a:p>
            <a:r>
              <a:rPr lang="es-ES" dirty="0"/>
              <a:t>texto que pueden </a:t>
            </a:r>
            <a:r>
              <a:rPr lang="es-ES" dirty="0" err="1"/>
              <a:t>tenen</a:t>
            </a:r>
            <a:r>
              <a:rPr lang="es-ES" dirty="0"/>
              <a:t> una dirección de escritura distinta a la que estamos utilizando. Esto es útil</a:t>
            </a:r>
          </a:p>
          <a:p>
            <a:r>
              <a:rPr lang="es-ES" dirty="0"/>
              <a:t>cuando estamos mezclando  texto de idiomas con diferentes direcciones de escritura.</a:t>
            </a:r>
            <a:endParaRPr lang="es-ES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8ACB050-1A44-3174-701B-77875F436CF8}"/>
              </a:ext>
            </a:extLst>
          </p:cNvPr>
          <p:cNvSpPr txBox="1"/>
          <p:nvPr/>
        </p:nvSpPr>
        <p:spPr>
          <a:xfrm>
            <a:off x="188842" y="2231768"/>
            <a:ext cx="957800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bdi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hrefs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bdi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60 </a:t>
            </a:r>
            <a:r>
              <a:rPr lang="es-E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points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bdi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jdoe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bdi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80 </a:t>
            </a:r>
            <a:r>
              <a:rPr lang="es-E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points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bdi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ar-A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إيان</a:t>
            </a:r>
            <a:r>
              <a:rPr lang="ar-AE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bdi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90 </a:t>
            </a:r>
            <a:r>
              <a:rPr lang="es-E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points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A43E800-87F9-7A20-8639-40FF21C4D7B7}"/>
              </a:ext>
            </a:extLst>
          </p:cNvPr>
          <p:cNvSpPr txBox="1"/>
          <p:nvPr/>
        </p:nvSpPr>
        <p:spPr>
          <a:xfrm>
            <a:off x="251791" y="3697356"/>
            <a:ext cx="89289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En el siguiente ejemplo, los nombres de usuario se muestran junto con la cantidad de puntos </a:t>
            </a:r>
          </a:p>
          <a:p>
            <a:r>
              <a:rPr lang="es-ES" dirty="0"/>
              <a:t>en un concurso. Si el elemento </a:t>
            </a:r>
            <a:r>
              <a:rPr lang="es-ES" b="1" dirty="0" err="1"/>
              <a:t>bdi</a:t>
            </a:r>
            <a:r>
              <a:rPr lang="es-ES" dirty="0"/>
              <a:t> no es compatible con el navegador, el nombre de usuario </a:t>
            </a:r>
          </a:p>
          <a:p>
            <a:r>
              <a:rPr lang="es-ES" dirty="0"/>
              <a:t>del usuario árabe confundiría el texto (el algoritmo bidireccional colocaría los dos puntos </a:t>
            </a:r>
          </a:p>
          <a:p>
            <a:r>
              <a:rPr lang="es-ES" dirty="0"/>
              <a:t>y el número "90" al lado de la palabra “</a:t>
            </a:r>
            <a:r>
              <a:rPr lang="es-ES" dirty="0" err="1"/>
              <a:t>User</a:t>
            </a:r>
            <a:r>
              <a:rPr lang="es-ES" dirty="0"/>
              <a:t>" en lugar de al lado de la palabra “</a:t>
            </a:r>
            <a:r>
              <a:rPr lang="es-ES" dirty="0" err="1"/>
              <a:t>points</a:t>
            </a:r>
            <a:r>
              <a:rPr lang="es-ES" dirty="0"/>
              <a:t>").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3FAC4EC-4D74-6237-9646-10177834B8A5}"/>
              </a:ext>
            </a:extLst>
          </p:cNvPr>
          <p:cNvSpPr txBox="1"/>
          <p:nvPr/>
        </p:nvSpPr>
        <p:spPr>
          <a:xfrm>
            <a:off x="1152940" y="4863548"/>
            <a:ext cx="653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Ejemplo obtenido de </a:t>
            </a:r>
            <a:r>
              <a:rPr lang="es-ES" dirty="0">
                <a:hlinkClick r:id="rId3"/>
              </a:rPr>
              <a:t>https://www.w3schools.com/tags/tag_bdi.asp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6231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19EC-9FAD-65C2-B0A2-DA6BEF38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25719"/>
            <a:ext cx="9359999" cy="719998"/>
          </a:xfrm>
        </p:spPr>
        <p:txBody>
          <a:bodyPr/>
          <a:lstStyle/>
          <a:p>
            <a:pPr lvl="0"/>
            <a:r>
              <a:rPr lang="es-ES" dirty="0">
                <a:cs typeface="Noto Sans" pitchFamily="2"/>
              </a:rPr>
              <a:t>Elementos de línea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E3549A9-18AD-9BCD-C409-02D6D0FF3CD5}"/>
              </a:ext>
            </a:extLst>
          </p:cNvPr>
          <p:cNvSpPr txBox="1"/>
          <p:nvPr/>
        </p:nvSpPr>
        <p:spPr>
          <a:xfrm>
            <a:off x="631692" y="1636571"/>
            <a:ext cx="758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El elemento </a:t>
            </a:r>
            <a:r>
              <a:rPr lang="es-ES" b="1" dirty="0"/>
              <a:t>cite </a:t>
            </a:r>
            <a:r>
              <a:rPr lang="es-ES" dirty="0"/>
              <a:t>permite referenciar a un autor o a una fuente de información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FE8E2C0-7FB4-7B3C-B39B-51A1BE2B0CB1}"/>
              </a:ext>
            </a:extLst>
          </p:cNvPr>
          <p:cNvSpPr txBox="1"/>
          <p:nvPr/>
        </p:nvSpPr>
        <p:spPr>
          <a:xfrm>
            <a:off x="630089" y="1939596"/>
            <a:ext cx="91363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Según </a:t>
            </a:r>
            <a:r>
              <a:rPr lang="es-E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Confuncio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cite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aprender sin reflexionar es malgastar la energía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cite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EAFCFB0-B311-C958-D593-58E3FA7B1D98}"/>
              </a:ext>
            </a:extLst>
          </p:cNvPr>
          <p:cNvSpPr txBox="1"/>
          <p:nvPr/>
        </p:nvSpPr>
        <p:spPr>
          <a:xfrm>
            <a:off x="594360" y="2964180"/>
            <a:ext cx="9006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La etiqueta </a:t>
            </a:r>
            <a:r>
              <a:rPr lang="es-ES" b="1" dirty="0" err="1"/>
              <a:t>code</a:t>
            </a:r>
            <a:r>
              <a:rPr lang="es-ES" dirty="0"/>
              <a:t> indica con un tipo de letra monoespaciada que el contenido es código fuente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E647155-E9E9-DE19-FF0E-2D1F2C76B935}"/>
              </a:ext>
            </a:extLst>
          </p:cNvPr>
          <p:cNvSpPr txBox="1"/>
          <p:nvPr/>
        </p:nvSpPr>
        <p:spPr>
          <a:xfrm>
            <a:off x="584834" y="3358426"/>
            <a:ext cx="94126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En Java, para obtener el valor absoluto de un número n podemos utilizar la función 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(n)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8393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19EC-9FAD-65C2-B0A2-DA6BEF38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25719"/>
            <a:ext cx="9359999" cy="719998"/>
          </a:xfrm>
        </p:spPr>
        <p:txBody>
          <a:bodyPr/>
          <a:lstStyle/>
          <a:p>
            <a:pPr lvl="0"/>
            <a:r>
              <a:rPr lang="es-ES" dirty="0">
                <a:cs typeface="Noto Sans" pitchFamily="2"/>
              </a:rPr>
              <a:t>Elementos de línea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D26BC69-4C4F-89F8-C000-6B5865614371}"/>
              </a:ext>
            </a:extLst>
          </p:cNvPr>
          <p:cNvSpPr txBox="1"/>
          <p:nvPr/>
        </p:nvSpPr>
        <p:spPr>
          <a:xfrm>
            <a:off x="655320" y="1600200"/>
            <a:ext cx="91300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Con el elemento </a:t>
            </a:r>
            <a:r>
              <a:rPr lang="es-ES" b="1" dirty="0" err="1"/>
              <a:t>kbd</a:t>
            </a:r>
            <a:r>
              <a:rPr lang="es-ES" b="1" dirty="0"/>
              <a:t> </a:t>
            </a:r>
            <a:r>
              <a:rPr lang="es-ES" dirty="0"/>
              <a:t>indicamos que su contenido debe de ser introducido por el usuario. Es útil</a:t>
            </a:r>
          </a:p>
          <a:p>
            <a:r>
              <a:rPr lang="es-ES" dirty="0"/>
              <a:t>en </a:t>
            </a:r>
            <a:r>
              <a:rPr lang="es-ES" dirty="0" err="1"/>
              <a:t>guias</a:t>
            </a:r>
            <a:r>
              <a:rPr lang="es-ES" dirty="0"/>
              <a:t>, documentación, </a:t>
            </a:r>
            <a:r>
              <a:rPr lang="es-ES" dirty="0" err="1"/>
              <a:t>etc</a:t>
            </a:r>
            <a:r>
              <a:rPr lang="es-ES" dirty="0"/>
              <a:t>, donde especificamos a los usuarios que teclas presionar para </a:t>
            </a:r>
          </a:p>
          <a:p>
            <a:r>
              <a:rPr lang="es-ES" dirty="0"/>
              <a:t>realizar determinadas acciones.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22424C7-E2B4-BA29-8EAB-CEF7BCF8FFD1}"/>
              </a:ext>
            </a:extLst>
          </p:cNvPr>
          <p:cNvSpPr txBox="1"/>
          <p:nvPr/>
        </p:nvSpPr>
        <p:spPr>
          <a:xfrm>
            <a:off x="630554" y="2468225"/>
            <a:ext cx="8902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Por favor, pulse 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kbd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alt+f4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kbd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para cerrar la aplicación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D26BB14-620E-0BAC-E3B0-8F478D39DEF7}"/>
              </a:ext>
            </a:extLst>
          </p:cNvPr>
          <p:cNvSpPr txBox="1"/>
          <p:nvPr/>
        </p:nvSpPr>
        <p:spPr>
          <a:xfrm>
            <a:off x="609600" y="2735580"/>
            <a:ext cx="81059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También existe la etiqueta </a:t>
            </a:r>
            <a:r>
              <a:rPr lang="es-ES" b="1" dirty="0" err="1"/>
              <a:t>samp</a:t>
            </a:r>
            <a:r>
              <a:rPr lang="es-ES" dirty="0"/>
              <a:t>, cuya utilidad es indicar la salida de un programa de </a:t>
            </a:r>
          </a:p>
          <a:p>
            <a:r>
              <a:rPr lang="es-ES" dirty="0"/>
              <a:t>ordenador.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98F6D0D-E8DA-E7B5-9006-88C85354F841}"/>
              </a:ext>
            </a:extLst>
          </p:cNvPr>
          <p:cNvSpPr txBox="1"/>
          <p:nvPr/>
        </p:nvSpPr>
        <p:spPr>
          <a:xfrm>
            <a:off x="548640" y="3408254"/>
            <a:ext cx="1001204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Cuando ejecutas el comando 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kbd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ping google.com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kbd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podrías obtener una salida como esta: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samp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ping google.es (216.58.215.131)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Haciendo ping a google.es [216.58.215.131] con 32 bytes de datos: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Respuesta desde 216.58.215.131: bytes=32 tiempo=9ms TTL=117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Respuesta desde 216.58.215.131: bytes=32 tiempo=11ms TTL=117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samp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12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479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19EC-9FAD-65C2-B0A2-DA6BEF38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25719"/>
            <a:ext cx="9359999" cy="719998"/>
          </a:xfrm>
        </p:spPr>
        <p:txBody>
          <a:bodyPr/>
          <a:lstStyle/>
          <a:p>
            <a:pPr lvl="0"/>
            <a:r>
              <a:rPr lang="es-ES" dirty="0">
                <a:cs typeface="Noto Sans" pitchFamily="2"/>
              </a:rPr>
              <a:t>Elementos de línea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B757A58-A11F-D5EB-0C94-44276DFB9C78}"/>
              </a:ext>
            </a:extLst>
          </p:cNvPr>
          <p:cNvSpPr txBox="1"/>
          <p:nvPr/>
        </p:nvSpPr>
        <p:spPr>
          <a:xfrm>
            <a:off x="251542" y="2072563"/>
            <a:ext cx="942784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La creación de subredes consiste dividir una red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 </a:t>
            </a:r>
          </a:p>
          <a:p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Si quiero crear 8 subredes necesito 3 bits, ya que                                      	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=8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hr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"https://es.wikipedia.org/wiki/Subred"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wikipedia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 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65361EB-27F7-B19B-FCA6-1A2266B8049E}"/>
              </a:ext>
            </a:extLst>
          </p:cNvPr>
          <p:cNvSpPr txBox="1"/>
          <p:nvPr/>
        </p:nvSpPr>
        <p:spPr>
          <a:xfrm>
            <a:off x="571500" y="1562100"/>
            <a:ext cx="8357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Con </a:t>
            </a:r>
            <a:r>
              <a:rPr lang="es-ES" b="1" dirty="0" err="1"/>
              <a:t>sup</a:t>
            </a:r>
            <a:r>
              <a:rPr lang="es-ES" dirty="0"/>
              <a:t> y </a:t>
            </a:r>
            <a:r>
              <a:rPr lang="es-ES" b="1" dirty="0"/>
              <a:t>sub </a:t>
            </a:r>
            <a:r>
              <a:rPr lang="es-ES" dirty="0"/>
              <a:t>podemos mostrar texto como superíndice y subíndice, respectivamente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C412474-FAA0-971C-CAEA-016CF93F81F7}"/>
              </a:ext>
            </a:extLst>
          </p:cNvPr>
          <p:cNvSpPr txBox="1"/>
          <p:nvPr/>
        </p:nvSpPr>
        <p:spPr>
          <a:xfrm>
            <a:off x="344557" y="4081670"/>
            <a:ext cx="88852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En este ejemplo se ha utilizado la etiqueta </a:t>
            </a:r>
            <a:r>
              <a:rPr lang="es-ES" b="1" dirty="0" err="1"/>
              <a:t>var</a:t>
            </a:r>
            <a:r>
              <a:rPr lang="es-ES" dirty="0"/>
              <a:t>, cuya finalidad es indicar que su contenido es </a:t>
            </a:r>
          </a:p>
          <a:p>
            <a:r>
              <a:rPr lang="es-ES" dirty="0"/>
              <a:t>La variable de una expresión matemática o de un programa informático.</a:t>
            </a:r>
          </a:p>
        </p:txBody>
      </p:sp>
    </p:spTree>
    <p:extLst>
      <p:ext uri="{BB962C8B-B14F-4D97-AF65-F5344CB8AC3E}">
        <p14:creationId xmlns:p14="http://schemas.microsoft.com/office/powerpoint/2010/main" val="2892686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19EC-9FAD-65C2-B0A2-DA6BEF38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25719"/>
            <a:ext cx="9359999" cy="719998"/>
          </a:xfrm>
        </p:spPr>
        <p:txBody>
          <a:bodyPr/>
          <a:lstStyle/>
          <a:p>
            <a:pPr lvl="0"/>
            <a:r>
              <a:rPr lang="es-ES" dirty="0">
                <a:cs typeface="Noto Sans" pitchFamily="2"/>
              </a:rPr>
              <a:t>Elementos de línea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65361EB-27F7-B19B-FCA6-1A2266B8049E}"/>
              </a:ext>
            </a:extLst>
          </p:cNvPr>
          <p:cNvSpPr txBox="1"/>
          <p:nvPr/>
        </p:nvSpPr>
        <p:spPr>
          <a:xfrm>
            <a:off x="571500" y="1562100"/>
            <a:ext cx="92458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El elemento </a:t>
            </a:r>
            <a:r>
              <a:rPr lang="es-ES" b="1" dirty="0"/>
              <a:t>time </a:t>
            </a:r>
            <a:r>
              <a:rPr lang="es-ES" dirty="0"/>
              <a:t>representa un periodo de tiempo (fecha, hora o duración). Es una etiqueta </a:t>
            </a:r>
          </a:p>
          <a:p>
            <a:r>
              <a:rPr lang="es-ES" dirty="0"/>
              <a:t>semántica</a:t>
            </a:r>
            <a:r>
              <a:rPr lang="es-ES" b="1" dirty="0"/>
              <a:t> </a:t>
            </a:r>
            <a:r>
              <a:rPr lang="es-ES" dirty="0"/>
              <a:t>útil para motores de búsqueda u otras aplicaciones que necesiten leer este dato.</a:t>
            </a:r>
          </a:p>
          <a:p>
            <a:r>
              <a:rPr lang="es-ES" dirty="0"/>
              <a:t>El atributo </a:t>
            </a:r>
            <a:r>
              <a:rPr lang="es-ES" b="1" dirty="0" err="1"/>
              <a:t>datetime</a:t>
            </a:r>
            <a:r>
              <a:rPr lang="es-ES" b="1" dirty="0"/>
              <a:t> </a:t>
            </a:r>
            <a:r>
              <a:rPr lang="es-ES" dirty="0"/>
              <a:t>proporciona una representación del contenido destinada al procesamiento</a:t>
            </a:r>
          </a:p>
          <a:p>
            <a:r>
              <a:rPr lang="es-ES" dirty="0"/>
              <a:t>(ya sea el navegador u otro software).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28307F1-C041-2F27-BCE6-C5A7D2C860EB}"/>
              </a:ext>
            </a:extLst>
          </p:cNvPr>
          <p:cNvSpPr txBox="1"/>
          <p:nvPr/>
        </p:nvSpPr>
        <p:spPr>
          <a:xfrm>
            <a:off x="308113" y="2859301"/>
            <a:ext cx="95117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La fecha de hoy es 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"2023-11-07"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7 de noviembre de 2023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435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019EC-9FAD-65C2-B0A2-DA6BEF38BC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9999" y="225719"/>
            <a:ext cx="9359999" cy="719998"/>
          </a:xfrm>
        </p:spPr>
        <p:txBody>
          <a:bodyPr/>
          <a:lstStyle/>
          <a:p>
            <a:pPr lvl="0"/>
            <a:r>
              <a:rPr lang="es-ES" dirty="0">
                <a:cs typeface="Noto Sans" pitchFamily="2"/>
              </a:rPr>
              <a:t>Elementos de línea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77F0CA9-7EEC-7DE7-EBE8-B943DE44DE54}"/>
              </a:ext>
            </a:extLst>
          </p:cNvPr>
          <p:cNvSpPr txBox="1"/>
          <p:nvPr/>
        </p:nvSpPr>
        <p:spPr>
          <a:xfrm>
            <a:off x="530087" y="1656522"/>
            <a:ext cx="90801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err="1"/>
              <a:t>wbr</a:t>
            </a:r>
            <a:r>
              <a:rPr lang="es-ES" dirty="0"/>
              <a:t> (Word Break </a:t>
            </a:r>
            <a:r>
              <a:rPr lang="es-ES" dirty="0" err="1"/>
              <a:t>Opportunity</a:t>
            </a:r>
            <a:r>
              <a:rPr lang="es-ES" dirty="0"/>
              <a:t>) es un elemento que sugiere al navegador lugares preferentes</a:t>
            </a:r>
          </a:p>
          <a:p>
            <a:r>
              <a:rPr lang="es-ES" dirty="0"/>
              <a:t>para romper una línea si fuese necesario, sin afectar a la disposición del texto. Es muy útil para </a:t>
            </a:r>
          </a:p>
          <a:p>
            <a:r>
              <a:rPr lang="es-ES" dirty="0"/>
              <a:t>Palabras muy largas, </a:t>
            </a:r>
            <a:r>
              <a:rPr lang="es-ES" dirty="0" err="1"/>
              <a:t>URLs</a:t>
            </a:r>
            <a:r>
              <a:rPr lang="es-ES" dirty="0"/>
              <a:t> o texto sin espacio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23A0D16-8095-4E08-3353-66E51854E4AA}"/>
              </a:ext>
            </a:extLst>
          </p:cNvPr>
          <p:cNvSpPr txBox="1"/>
          <p:nvPr/>
        </p:nvSpPr>
        <p:spPr>
          <a:xfrm>
            <a:off x="477079" y="2776910"/>
            <a:ext cx="9422295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Una URL muy larga: https://www.ejemplo.com/directorio/subdirectorio/archivo-muy-largo-nombre.html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Una URL muy larga: https://www.ejemplo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wbr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.com/directorio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wbr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/subdirectorio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wbr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/archivo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wbr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-muy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wbr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-largo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wbr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-nombre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wbr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.html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Para obtener la referencia al elemento hay utilizar la sentencia 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document.getElementById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(“</a:t>
            </a:r>
            <a:r>
              <a:rPr lang="es-E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idElemento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”)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en el momento adecuado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Para obtener la referencia al elemento hay utilizar la sentencia 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wbr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(“</a:t>
            </a:r>
            <a:r>
              <a:rPr lang="es-E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idElemento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”)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en el momento adecuado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E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064640"/>
      </p:ext>
    </p:extLst>
  </p:cSld>
  <p:clrMapOvr>
    <a:masterClrMapping/>
  </p:clrMapOvr>
</p:sld>
</file>

<file path=ppt/theme/theme1.xml><?xml version="1.0" encoding="utf-8"?>
<a:theme xmlns:a="http://schemas.openxmlformats.org/drawingml/2006/main" name="Midnightblu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idnightblu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idnightblue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</TotalTime>
  <Words>2220</Words>
  <Application>Microsoft Office PowerPoint</Application>
  <PresentationFormat>Custom</PresentationFormat>
  <Paragraphs>169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Consolas</vt:lpstr>
      <vt:lpstr>Noto Sans</vt:lpstr>
      <vt:lpstr>Midnightblue</vt:lpstr>
      <vt:lpstr>Midnightblue1</vt:lpstr>
      <vt:lpstr>Midnightblue2</vt:lpstr>
      <vt:lpstr>Utilización de lenguajes de marcas en entornos web</vt:lpstr>
      <vt:lpstr>Elementos de bloque</vt:lpstr>
      <vt:lpstr>Elementos de bloque</vt:lpstr>
      <vt:lpstr>Elementos de bloque</vt:lpstr>
      <vt:lpstr>Elementos de bloque</vt:lpstr>
      <vt:lpstr>Elementos de bloque</vt:lpstr>
      <vt:lpstr>Elementos de bloque</vt:lpstr>
      <vt:lpstr>Elementos de bloque</vt:lpstr>
      <vt:lpstr>Elementos de línea</vt:lpstr>
      <vt:lpstr>Elementos de línea</vt:lpstr>
      <vt:lpstr>Elementos de línea</vt:lpstr>
      <vt:lpstr>Elementos de línea</vt:lpstr>
      <vt:lpstr>Elementos de línea</vt:lpstr>
      <vt:lpstr>Elementos de línea</vt:lpstr>
      <vt:lpstr>Elementos de línea</vt:lpstr>
      <vt:lpstr>Elementos de línea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Midnightblue</dc:title>
  <dc:creator>Juan</dc:creator>
  <cp:lastModifiedBy>Francisco Alia Hernández</cp:lastModifiedBy>
  <cp:revision>57</cp:revision>
  <dcterms:created xsi:type="dcterms:W3CDTF">2022-09-11T16:37:12Z</dcterms:created>
  <dcterms:modified xsi:type="dcterms:W3CDTF">2025-09-25T07:41:29Z</dcterms:modified>
</cp:coreProperties>
</file>