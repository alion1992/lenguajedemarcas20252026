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73"/>
  </p:notesMasterIdLst>
  <p:handoutMasterIdLst>
    <p:handoutMasterId r:id="rId74"/>
  </p:handoutMasterIdLst>
  <p:sldIdLst>
    <p:sldId id="256" r:id="rId4"/>
    <p:sldId id="257" r:id="rId5"/>
    <p:sldId id="258" r:id="rId6"/>
    <p:sldId id="259" r:id="rId7"/>
    <p:sldId id="260" r:id="rId8"/>
    <p:sldId id="261" r:id="rId9"/>
    <p:sldId id="262" r:id="rId10"/>
    <p:sldId id="263" r:id="rId11"/>
    <p:sldId id="264" r:id="rId12"/>
    <p:sldId id="265" r:id="rId13"/>
    <p:sldId id="270" r:id="rId14"/>
    <p:sldId id="266" r:id="rId15"/>
    <p:sldId id="267" r:id="rId16"/>
    <p:sldId id="268" r:id="rId17"/>
    <p:sldId id="269" r:id="rId18"/>
    <p:sldId id="276" r:id="rId19"/>
    <p:sldId id="271" r:id="rId20"/>
    <p:sldId id="272" r:id="rId21"/>
    <p:sldId id="273" r:id="rId22"/>
    <p:sldId id="274" r:id="rId23"/>
    <p:sldId id="278" r:id="rId24"/>
    <p:sldId id="314" r:id="rId25"/>
    <p:sldId id="277" r:id="rId26"/>
    <p:sldId id="279" r:id="rId27"/>
    <p:sldId id="313" r:id="rId28"/>
    <p:sldId id="315" r:id="rId29"/>
    <p:sldId id="280" r:id="rId30"/>
    <p:sldId id="290" r:id="rId31"/>
    <p:sldId id="291" r:id="rId32"/>
    <p:sldId id="293" r:id="rId33"/>
    <p:sldId id="294" r:id="rId34"/>
    <p:sldId id="297" r:id="rId35"/>
    <p:sldId id="295" r:id="rId36"/>
    <p:sldId id="316" r:id="rId37"/>
    <p:sldId id="296" r:id="rId38"/>
    <p:sldId id="301" r:id="rId39"/>
    <p:sldId id="302" r:id="rId40"/>
    <p:sldId id="304" r:id="rId41"/>
    <p:sldId id="305" r:id="rId42"/>
    <p:sldId id="306" r:id="rId43"/>
    <p:sldId id="282" r:id="rId44"/>
    <p:sldId id="308" r:id="rId45"/>
    <p:sldId id="309" r:id="rId46"/>
    <p:sldId id="318" r:id="rId47"/>
    <p:sldId id="331" r:id="rId48"/>
    <p:sldId id="317" r:id="rId49"/>
    <p:sldId id="299" r:id="rId50"/>
    <p:sldId id="300" r:id="rId51"/>
    <p:sldId id="319" r:id="rId52"/>
    <p:sldId id="298" r:id="rId53"/>
    <p:sldId id="307" r:id="rId54"/>
    <p:sldId id="284" r:id="rId55"/>
    <p:sldId id="310" r:id="rId56"/>
    <p:sldId id="312" r:id="rId57"/>
    <p:sldId id="321" r:id="rId58"/>
    <p:sldId id="320" r:id="rId59"/>
    <p:sldId id="332" r:id="rId60"/>
    <p:sldId id="285" r:id="rId61"/>
    <p:sldId id="324" r:id="rId62"/>
    <p:sldId id="322" r:id="rId63"/>
    <p:sldId id="325" r:id="rId64"/>
    <p:sldId id="326" r:id="rId65"/>
    <p:sldId id="287" r:id="rId66"/>
    <p:sldId id="327" r:id="rId67"/>
    <p:sldId id="328" r:id="rId68"/>
    <p:sldId id="288" r:id="rId69"/>
    <p:sldId id="329" r:id="rId70"/>
    <p:sldId id="330" r:id="rId71"/>
    <p:sldId id="333" r:id="rId72"/>
  </p:sldIdLst>
  <p:sldSz cx="10080625" cy="567055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72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García Aguilar" userId="de58f566-0b32-41fd-9429-bd3351bd8169" providerId="ADAL" clId="{7B654E95-A400-4268-925E-90936F628646}"/>
    <pc:docChg chg="undo redo custSel addSld delSld modSld sldOrd">
      <pc:chgData name="Juan García Aguilar" userId="de58f566-0b32-41fd-9429-bd3351bd8169" providerId="ADAL" clId="{7B654E95-A400-4268-925E-90936F628646}" dt="2023-10-24T12:24:41.917" v="23469" actId="2696"/>
      <pc:docMkLst>
        <pc:docMk/>
      </pc:docMkLst>
      <pc:sldChg chg="modSp mod">
        <pc:chgData name="Juan García Aguilar" userId="de58f566-0b32-41fd-9429-bd3351bd8169" providerId="ADAL" clId="{7B654E95-A400-4268-925E-90936F628646}" dt="2023-10-13T11:22:04.856" v="18448" actId="20577"/>
        <pc:sldMkLst>
          <pc:docMk/>
          <pc:sldMk cId="0" sldId="256"/>
        </pc:sldMkLst>
        <pc:spChg chg="mod">
          <ac:chgData name="Juan García Aguilar" userId="de58f566-0b32-41fd-9429-bd3351bd8169" providerId="ADAL" clId="{7B654E95-A400-4268-925E-90936F628646}" dt="2023-09-25T11:39:33.578" v="55" actId="20577"/>
          <ac:spMkLst>
            <pc:docMk/>
            <pc:sldMk cId="0" sldId="256"/>
            <ac:spMk id="2" creationId="{AC8EDEA5-DC14-5B09-B6E5-F0BE9C9C87AB}"/>
          </ac:spMkLst>
        </pc:spChg>
        <pc:spChg chg="mod">
          <ac:chgData name="Juan García Aguilar" userId="de58f566-0b32-41fd-9429-bd3351bd8169" providerId="ADAL" clId="{7B654E95-A400-4268-925E-90936F628646}" dt="2023-10-13T11:22:04.856" v="18448" actId="20577"/>
          <ac:spMkLst>
            <pc:docMk/>
            <pc:sldMk cId="0" sldId="256"/>
            <ac:spMk id="3" creationId="{F88B7F38-11E3-E321-7F13-EE0F7C065D05}"/>
          </ac:spMkLst>
        </pc:spChg>
      </pc:sldChg>
      <pc:sldChg chg="addSp modSp mod">
        <pc:chgData name="Juan García Aguilar" userId="de58f566-0b32-41fd-9429-bd3351bd8169" providerId="ADAL" clId="{7B654E95-A400-4268-925E-90936F628646}" dt="2023-09-26T07:12:50.562" v="2164"/>
        <pc:sldMkLst>
          <pc:docMk/>
          <pc:sldMk cId="0" sldId="257"/>
        </pc:sldMkLst>
        <pc:spChg chg="mod">
          <ac:chgData name="Juan García Aguilar" userId="de58f566-0b32-41fd-9429-bd3351bd8169" providerId="ADAL" clId="{7B654E95-A400-4268-925E-90936F628646}" dt="2023-09-26T07:12:50.562" v="2164"/>
          <ac:spMkLst>
            <pc:docMk/>
            <pc:sldMk cId="0" sldId="257"/>
            <ac:spMk id="2" creationId="{3DF019EC-9FAD-65C2-B0A2-DA6BEF38BC25}"/>
          </ac:spMkLst>
        </pc:spChg>
        <pc:spChg chg="add mod">
          <ac:chgData name="Juan García Aguilar" userId="de58f566-0b32-41fd-9429-bd3351bd8169" providerId="ADAL" clId="{7B654E95-A400-4268-925E-90936F628646}" dt="2023-09-25T11:48:38.178" v="75" actId="20577"/>
          <ac:spMkLst>
            <pc:docMk/>
            <pc:sldMk cId="0" sldId="257"/>
            <ac:spMk id="3" creationId="{6DA247FA-82D0-056A-FB32-4BBC45DE57B9}"/>
          </ac:spMkLst>
        </pc:spChg>
      </pc:sldChg>
      <pc:sldChg chg="modSp add mod">
        <pc:chgData name="Juan García Aguilar" userId="de58f566-0b32-41fd-9429-bd3351bd8169" providerId="ADAL" clId="{7B654E95-A400-4268-925E-90936F628646}" dt="2023-09-26T07:12:50.562" v="2164"/>
        <pc:sldMkLst>
          <pc:docMk/>
          <pc:sldMk cId="38159133" sldId="258"/>
        </pc:sldMkLst>
        <pc:spChg chg="mod">
          <ac:chgData name="Juan García Aguilar" userId="de58f566-0b32-41fd-9429-bd3351bd8169" providerId="ADAL" clId="{7B654E95-A400-4268-925E-90936F628646}" dt="2023-09-26T07:12:50.562" v="2164"/>
          <ac:spMkLst>
            <pc:docMk/>
            <pc:sldMk cId="38159133" sldId="258"/>
            <ac:spMk id="2" creationId="{3DF019EC-9FAD-65C2-B0A2-DA6BEF38BC25}"/>
          </ac:spMkLst>
        </pc:spChg>
        <pc:spChg chg="mod">
          <ac:chgData name="Juan García Aguilar" userId="de58f566-0b32-41fd-9429-bd3351bd8169" providerId="ADAL" clId="{7B654E95-A400-4268-925E-90936F628646}" dt="2023-09-25T11:51:35.350" v="88" actId="20577"/>
          <ac:spMkLst>
            <pc:docMk/>
            <pc:sldMk cId="38159133" sldId="258"/>
            <ac:spMk id="3" creationId="{6DA247FA-82D0-056A-FB32-4BBC45DE57B9}"/>
          </ac:spMkLst>
        </pc:spChg>
      </pc:sldChg>
      <pc:sldChg chg="modSp add mod">
        <pc:chgData name="Juan García Aguilar" userId="de58f566-0b32-41fd-9429-bd3351bd8169" providerId="ADAL" clId="{7B654E95-A400-4268-925E-90936F628646}" dt="2023-09-26T07:12:50.562" v="2164"/>
        <pc:sldMkLst>
          <pc:docMk/>
          <pc:sldMk cId="2638536808" sldId="259"/>
        </pc:sldMkLst>
        <pc:spChg chg="mod">
          <ac:chgData name="Juan García Aguilar" userId="de58f566-0b32-41fd-9429-bd3351bd8169" providerId="ADAL" clId="{7B654E95-A400-4268-925E-90936F628646}" dt="2023-09-26T07:12:50.562" v="2164"/>
          <ac:spMkLst>
            <pc:docMk/>
            <pc:sldMk cId="2638536808" sldId="259"/>
            <ac:spMk id="2" creationId="{3DF019EC-9FAD-65C2-B0A2-DA6BEF38BC25}"/>
          </ac:spMkLst>
        </pc:spChg>
        <pc:spChg chg="mod">
          <ac:chgData name="Juan García Aguilar" userId="de58f566-0b32-41fd-9429-bd3351bd8169" providerId="ADAL" clId="{7B654E95-A400-4268-925E-90936F628646}" dt="2023-09-25T12:01:20.346" v="608" actId="20577"/>
          <ac:spMkLst>
            <pc:docMk/>
            <pc:sldMk cId="2638536808" sldId="259"/>
            <ac:spMk id="3" creationId="{6DA247FA-82D0-056A-FB32-4BBC45DE57B9}"/>
          </ac:spMkLst>
        </pc:spChg>
      </pc:sldChg>
      <pc:sldChg chg="modSp add mod">
        <pc:chgData name="Juan García Aguilar" userId="de58f566-0b32-41fd-9429-bd3351bd8169" providerId="ADAL" clId="{7B654E95-A400-4268-925E-90936F628646}" dt="2023-09-26T07:12:50.562" v="2164"/>
        <pc:sldMkLst>
          <pc:docMk/>
          <pc:sldMk cId="3947945400" sldId="260"/>
        </pc:sldMkLst>
        <pc:spChg chg="mod">
          <ac:chgData name="Juan García Aguilar" userId="de58f566-0b32-41fd-9429-bd3351bd8169" providerId="ADAL" clId="{7B654E95-A400-4268-925E-90936F628646}" dt="2023-09-26T07:12:50.562" v="2164"/>
          <ac:spMkLst>
            <pc:docMk/>
            <pc:sldMk cId="3947945400" sldId="260"/>
            <ac:spMk id="2" creationId="{3DF019EC-9FAD-65C2-B0A2-DA6BEF38BC25}"/>
          </ac:spMkLst>
        </pc:spChg>
        <pc:spChg chg="mod">
          <ac:chgData name="Juan García Aguilar" userId="de58f566-0b32-41fd-9429-bd3351bd8169" providerId="ADAL" clId="{7B654E95-A400-4268-925E-90936F628646}" dt="2023-09-25T12:03:57.615" v="696" actId="113"/>
          <ac:spMkLst>
            <pc:docMk/>
            <pc:sldMk cId="3947945400" sldId="260"/>
            <ac:spMk id="3" creationId="{6DA247FA-82D0-056A-FB32-4BBC45DE57B9}"/>
          </ac:spMkLst>
        </pc:spChg>
      </pc:sldChg>
      <pc:sldChg chg="addSp delSp modSp add mod">
        <pc:chgData name="Juan García Aguilar" userId="de58f566-0b32-41fd-9429-bd3351bd8169" providerId="ADAL" clId="{7B654E95-A400-4268-925E-90936F628646}" dt="2023-09-26T07:12:50.562" v="2164"/>
        <pc:sldMkLst>
          <pc:docMk/>
          <pc:sldMk cId="3855588988" sldId="261"/>
        </pc:sldMkLst>
        <pc:spChg chg="mod">
          <ac:chgData name="Juan García Aguilar" userId="de58f566-0b32-41fd-9429-bd3351bd8169" providerId="ADAL" clId="{7B654E95-A400-4268-925E-90936F628646}" dt="2023-09-26T07:12:50.562" v="2164"/>
          <ac:spMkLst>
            <pc:docMk/>
            <pc:sldMk cId="3855588988" sldId="261"/>
            <ac:spMk id="2" creationId="{3DF019EC-9FAD-65C2-B0A2-DA6BEF38BC25}"/>
          </ac:spMkLst>
        </pc:spChg>
        <pc:spChg chg="del mod">
          <ac:chgData name="Juan García Aguilar" userId="de58f566-0b32-41fd-9429-bd3351bd8169" providerId="ADAL" clId="{7B654E95-A400-4268-925E-90936F628646}" dt="2023-09-25T12:10:04.718" v="709"/>
          <ac:spMkLst>
            <pc:docMk/>
            <pc:sldMk cId="3855588988" sldId="261"/>
            <ac:spMk id="3" creationId="{6DA247FA-82D0-056A-FB32-4BBC45DE57B9}"/>
          </ac:spMkLst>
        </pc:spChg>
        <pc:spChg chg="add mod">
          <ac:chgData name="Juan García Aguilar" userId="de58f566-0b32-41fd-9429-bd3351bd8169" providerId="ADAL" clId="{7B654E95-A400-4268-925E-90936F628646}" dt="2023-09-25T17:17:27.127" v="1592" actId="20577"/>
          <ac:spMkLst>
            <pc:docMk/>
            <pc:sldMk cId="3855588988" sldId="261"/>
            <ac:spMk id="4" creationId="{2D3E2E14-8FEF-9F6F-49A0-90FFC741B3E7}"/>
          </ac:spMkLst>
        </pc:spChg>
      </pc:sldChg>
      <pc:sldChg chg="addSp delSp modSp add mod">
        <pc:chgData name="Juan García Aguilar" userId="de58f566-0b32-41fd-9429-bd3351bd8169" providerId="ADAL" clId="{7B654E95-A400-4268-925E-90936F628646}" dt="2023-09-26T07:13:01.371" v="2165" actId="12385"/>
        <pc:sldMkLst>
          <pc:docMk/>
          <pc:sldMk cId="2383601503" sldId="262"/>
        </pc:sldMkLst>
        <pc:spChg chg="mod">
          <ac:chgData name="Juan García Aguilar" userId="de58f566-0b32-41fd-9429-bd3351bd8169" providerId="ADAL" clId="{7B654E95-A400-4268-925E-90936F628646}" dt="2023-09-26T07:12:50.562" v="2164"/>
          <ac:spMkLst>
            <pc:docMk/>
            <pc:sldMk cId="2383601503" sldId="262"/>
            <ac:spMk id="2" creationId="{3DF019EC-9FAD-65C2-B0A2-DA6BEF38BC25}"/>
          </ac:spMkLst>
        </pc:spChg>
        <pc:spChg chg="del">
          <ac:chgData name="Juan García Aguilar" userId="de58f566-0b32-41fd-9429-bd3351bd8169" providerId="ADAL" clId="{7B654E95-A400-4268-925E-90936F628646}" dt="2023-09-25T17:05:52.826" v="1210" actId="478"/>
          <ac:spMkLst>
            <pc:docMk/>
            <pc:sldMk cId="2383601503" sldId="262"/>
            <ac:spMk id="4" creationId="{2D3E2E14-8FEF-9F6F-49A0-90FFC741B3E7}"/>
          </ac:spMkLst>
        </pc:spChg>
        <pc:graphicFrameChg chg="add mod modGraphic">
          <ac:chgData name="Juan García Aguilar" userId="de58f566-0b32-41fd-9429-bd3351bd8169" providerId="ADAL" clId="{7B654E95-A400-4268-925E-90936F628646}" dt="2023-09-26T07:13:01.371" v="2165" actId="12385"/>
          <ac:graphicFrameMkLst>
            <pc:docMk/>
            <pc:sldMk cId="2383601503" sldId="262"/>
            <ac:graphicFrameMk id="3" creationId="{2C95886A-8FAD-F5A7-5E37-2F34219C6E8A}"/>
          </ac:graphicFrameMkLst>
        </pc:graphicFrameChg>
      </pc:sldChg>
      <pc:sldChg chg="modSp add mod">
        <pc:chgData name="Juan García Aguilar" userId="de58f566-0b32-41fd-9429-bd3351bd8169" providerId="ADAL" clId="{7B654E95-A400-4268-925E-90936F628646}" dt="2023-09-26T07:13:13.109" v="2171" actId="20577"/>
        <pc:sldMkLst>
          <pc:docMk/>
          <pc:sldMk cId="4262481242" sldId="263"/>
        </pc:sldMkLst>
        <pc:spChg chg="mod">
          <ac:chgData name="Juan García Aguilar" userId="de58f566-0b32-41fd-9429-bd3351bd8169" providerId="ADAL" clId="{7B654E95-A400-4268-925E-90936F628646}" dt="2023-09-26T07:12:50.562" v="2164"/>
          <ac:spMkLst>
            <pc:docMk/>
            <pc:sldMk cId="4262481242" sldId="263"/>
            <ac:spMk id="2" creationId="{3DF019EC-9FAD-65C2-B0A2-DA6BEF38BC25}"/>
          </ac:spMkLst>
        </pc:spChg>
        <pc:graphicFrameChg chg="mod modGraphic">
          <ac:chgData name="Juan García Aguilar" userId="de58f566-0b32-41fd-9429-bd3351bd8169" providerId="ADAL" clId="{7B654E95-A400-4268-925E-90936F628646}" dt="2023-09-26T07:13:13.109" v="2171" actId="20577"/>
          <ac:graphicFrameMkLst>
            <pc:docMk/>
            <pc:sldMk cId="4262481242" sldId="263"/>
            <ac:graphicFrameMk id="3" creationId="{2C95886A-8FAD-F5A7-5E37-2F34219C6E8A}"/>
          </ac:graphicFrameMkLst>
        </pc:graphicFrameChg>
      </pc:sldChg>
      <pc:sldChg chg="addSp delSp modSp add mod">
        <pc:chgData name="Juan García Aguilar" userId="de58f566-0b32-41fd-9429-bd3351bd8169" providerId="ADAL" clId="{7B654E95-A400-4268-925E-90936F628646}" dt="2023-09-26T10:37:44.963" v="2313" actId="20577"/>
        <pc:sldMkLst>
          <pc:docMk/>
          <pc:sldMk cId="129508730" sldId="264"/>
        </pc:sldMkLst>
        <pc:spChg chg="add mod">
          <ac:chgData name="Juan García Aguilar" userId="de58f566-0b32-41fd-9429-bd3351bd8169" providerId="ADAL" clId="{7B654E95-A400-4268-925E-90936F628646}" dt="2023-09-26T10:37:44.963" v="2313" actId="20577"/>
          <ac:spMkLst>
            <pc:docMk/>
            <pc:sldMk cId="129508730" sldId="264"/>
            <ac:spMk id="5" creationId="{EF6916C8-E454-FB91-F251-CD139EDAE3B0}"/>
          </ac:spMkLst>
        </pc:spChg>
        <pc:graphicFrameChg chg="del">
          <ac:chgData name="Juan García Aguilar" userId="de58f566-0b32-41fd-9429-bd3351bd8169" providerId="ADAL" clId="{7B654E95-A400-4268-925E-90936F628646}" dt="2023-09-26T07:15:10.747" v="2173" actId="478"/>
          <ac:graphicFrameMkLst>
            <pc:docMk/>
            <pc:sldMk cId="129508730" sldId="264"/>
            <ac:graphicFrameMk id="3" creationId="{2C95886A-8FAD-F5A7-5E37-2F34219C6E8A}"/>
          </ac:graphicFrameMkLst>
        </pc:graphicFrameChg>
      </pc:sldChg>
      <pc:sldChg chg="modSp add mod">
        <pc:chgData name="Juan García Aguilar" userId="de58f566-0b32-41fd-9429-bd3351bd8169" providerId="ADAL" clId="{7B654E95-A400-4268-925E-90936F628646}" dt="2023-10-05T07:33:52.128" v="8560" actId="20577"/>
        <pc:sldMkLst>
          <pc:docMk/>
          <pc:sldMk cId="2361007409" sldId="265"/>
        </pc:sldMkLst>
        <pc:spChg chg="mod">
          <ac:chgData name="Juan García Aguilar" userId="de58f566-0b32-41fd-9429-bd3351bd8169" providerId="ADAL" clId="{7B654E95-A400-4268-925E-90936F628646}" dt="2023-09-28T07:03:58.777" v="2325" actId="20577"/>
          <ac:spMkLst>
            <pc:docMk/>
            <pc:sldMk cId="2361007409" sldId="265"/>
            <ac:spMk id="2" creationId="{3DF019EC-9FAD-65C2-B0A2-DA6BEF38BC25}"/>
          </ac:spMkLst>
        </pc:spChg>
        <pc:spChg chg="mod">
          <ac:chgData name="Juan García Aguilar" userId="de58f566-0b32-41fd-9429-bd3351bd8169" providerId="ADAL" clId="{7B654E95-A400-4268-925E-90936F628646}" dt="2023-10-05T07:33:52.128" v="8560" actId="20577"/>
          <ac:spMkLst>
            <pc:docMk/>
            <pc:sldMk cId="2361007409" sldId="265"/>
            <ac:spMk id="5" creationId="{EF6916C8-E454-FB91-F251-CD139EDAE3B0}"/>
          </ac:spMkLst>
        </pc:spChg>
      </pc:sldChg>
      <pc:sldChg chg="modSp add mod">
        <pc:chgData name="Juan García Aguilar" userId="de58f566-0b32-41fd-9429-bd3351bd8169" providerId="ADAL" clId="{7B654E95-A400-4268-925E-90936F628646}" dt="2023-09-28T07:12:13.575" v="2564" actId="20577"/>
        <pc:sldMkLst>
          <pc:docMk/>
          <pc:sldMk cId="213044811" sldId="266"/>
        </pc:sldMkLst>
        <pc:spChg chg="mod">
          <ac:chgData name="Juan García Aguilar" userId="de58f566-0b32-41fd-9429-bd3351bd8169" providerId="ADAL" clId="{7B654E95-A400-4268-925E-90936F628646}" dt="2023-09-28T07:04:03.441" v="2326" actId="20577"/>
          <ac:spMkLst>
            <pc:docMk/>
            <pc:sldMk cId="213044811" sldId="266"/>
            <ac:spMk id="2" creationId="{3DF019EC-9FAD-65C2-B0A2-DA6BEF38BC25}"/>
          </ac:spMkLst>
        </pc:spChg>
        <pc:spChg chg="mod">
          <ac:chgData name="Juan García Aguilar" userId="de58f566-0b32-41fd-9429-bd3351bd8169" providerId="ADAL" clId="{7B654E95-A400-4268-925E-90936F628646}" dt="2023-09-28T07:12:13.575" v="2564" actId="20577"/>
          <ac:spMkLst>
            <pc:docMk/>
            <pc:sldMk cId="213044811" sldId="266"/>
            <ac:spMk id="5" creationId="{EF6916C8-E454-FB91-F251-CD139EDAE3B0}"/>
          </ac:spMkLst>
        </pc:spChg>
      </pc:sldChg>
      <pc:sldChg chg="modSp add mod">
        <pc:chgData name="Juan García Aguilar" userId="de58f566-0b32-41fd-9429-bd3351bd8169" providerId="ADAL" clId="{7B654E95-A400-4268-925E-90936F628646}" dt="2023-09-28T07:12:25.624" v="2565" actId="1076"/>
        <pc:sldMkLst>
          <pc:docMk/>
          <pc:sldMk cId="3153987112" sldId="267"/>
        </pc:sldMkLst>
        <pc:spChg chg="mod">
          <ac:chgData name="Juan García Aguilar" userId="de58f566-0b32-41fd-9429-bd3351bd8169" providerId="ADAL" clId="{7B654E95-A400-4268-925E-90936F628646}" dt="2023-09-28T07:04:06.491" v="2327" actId="20577"/>
          <ac:spMkLst>
            <pc:docMk/>
            <pc:sldMk cId="3153987112" sldId="267"/>
            <ac:spMk id="2" creationId="{3DF019EC-9FAD-65C2-B0A2-DA6BEF38BC25}"/>
          </ac:spMkLst>
        </pc:spChg>
        <pc:spChg chg="mod">
          <ac:chgData name="Juan García Aguilar" userId="de58f566-0b32-41fd-9429-bd3351bd8169" providerId="ADAL" clId="{7B654E95-A400-4268-925E-90936F628646}" dt="2023-09-28T07:12:25.624" v="2565" actId="1076"/>
          <ac:spMkLst>
            <pc:docMk/>
            <pc:sldMk cId="3153987112" sldId="267"/>
            <ac:spMk id="5" creationId="{EF6916C8-E454-FB91-F251-CD139EDAE3B0}"/>
          </ac:spMkLst>
        </pc:spChg>
      </pc:sldChg>
      <pc:sldChg chg="modSp add mod">
        <pc:chgData name="Juan García Aguilar" userId="de58f566-0b32-41fd-9429-bd3351bd8169" providerId="ADAL" clId="{7B654E95-A400-4268-925E-90936F628646}" dt="2023-09-28T07:13:35.384" v="2663" actId="20577"/>
        <pc:sldMkLst>
          <pc:docMk/>
          <pc:sldMk cId="2420342350" sldId="268"/>
        </pc:sldMkLst>
        <pc:spChg chg="mod">
          <ac:chgData name="Juan García Aguilar" userId="de58f566-0b32-41fd-9429-bd3351bd8169" providerId="ADAL" clId="{7B654E95-A400-4268-925E-90936F628646}" dt="2023-09-28T07:13:35.384" v="2663" actId="20577"/>
          <ac:spMkLst>
            <pc:docMk/>
            <pc:sldMk cId="2420342350" sldId="268"/>
            <ac:spMk id="5" creationId="{EF6916C8-E454-FB91-F251-CD139EDAE3B0}"/>
          </ac:spMkLst>
        </pc:spChg>
      </pc:sldChg>
      <pc:sldChg chg="addSp delSp modSp add mod">
        <pc:chgData name="Juan García Aguilar" userId="de58f566-0b32-41fd-9429-bd3351bd8169" providerId="ADAL" clId="{7B654E95-A400-4268-925E-90936F628646}" dt="2023-09-28T07:23:46.233" v="2668" actId="1076"/>
        <pc:sldMkLst>
          <pc:docMk/>
          <pc:sldMk cId="1908006865" sldId="269"/>
        </pc:sldMkLst>
        <pc:spChg chg="mod">
          <ac:chgData name="Juan García Aguilar" userId="de58f566-0b32-41fd-9429-bd3351bd8169" providerId="ADAL" clId="{7B654E95-A400-4268-925E-90936F628646}" dt="2023-09-28T07:04:12.426" v="2328" actId="20577"/>
          <ac:spMkLst>
            <pc:docMk/>
            <pc:sldMk cId="1908006865" sldId="269"/>
            <ac:spMk id="2" creationId="{3DF019EC-9FAD-65C2-B0A2-DA6BEF38BC25}"/>
          </ac:spMkLst>
        </pc:spChg>
        <pc:spChg chg="add mod">
          <ac:chgData name="Juan García Aguilar" userId="de58f566-0b32-41fd-9429-bd3351bd8169" providerId="ADAL" clId="{7B654E95-A400-4268-925E-90936F628646}" dt="2023-09-28T07:23:46.233" v="2668" actId="1076"/>
          <ac:spMkLst>
            <pc:docMk/>
            <pc:sldMk cId="1908006865" sldId="269"/>
            <ac:spMk id="3" creationId="{99C6E448-4D56-2BF9-8DED-A5BAB507C35C}"/>
          </ac:spMkLst>
        </pc:spChg>
        <pc:spChg chg="del mod">
          <ac:chgData name="Juan García Aguilar" userId="de58f566-0b32-41fd-9429-bd3351bd8169" providerId="ADAL" clId="{7B654E95-A400-4268-925E-90936F628646}" dt="2023-09-28T07:23:24.670" v="2664" actId="478"/>
          <ac:spMkLst>
            <pc:docMk/>
            <pc:sldMk cId="1908006865" sldId="269"/>
            <ac:spMk id="5" creationId="{EF6916C8-E454-FB91-F251-CD139EDAE3B0}"/>
          </ac:spMkLst>
        </pc:spChg>
      </pc:sldChg>
      <pc:sldChg chg="modSp add mod">
        <pc:chgData name="Juan García Aguilar" userId="de58f566-0b32-41fd-9429-bd3351bd8169" providerId="ADAL" clId="{7B654E95-A400-4268-925E-90936F628646}" dt="2023-09-28T07:10:43.629" v="2469" actId="20577"/>
        <pc:sldMkLst>
          <pc:docMk/>
          <pc:sldMk cId="3343998583" sldId="270"/>
        </pc:sldMkLst>
        <pc:spChg chg="mod">
          <ac:chgData name="Juan García Aguilar" userId="de58f566-0b32-41fd-9429-bd3351bd8169" providerId="ADAL" clId="{7B654E95-A400-4268-925E-90936F628646}" dt="2023-09-28T07:10:43.629" v="2469" actId="20577"/>
          <ac:spMkLst>
            <pc:docMk/>
            <pc:sldMk cId="3343998583" sldId="270"/>
            <ac:spMk id="5" creationId="{EF6916C8-E454-FB91-F251-CD139EDAE3B0}"/>
          </ac:spMkLst>
        </pc:spChg>
      </pc:sldChg>
      <pc:sldChg chg="addSp delSp modSp add mod">
        <pc:chgData name="Juan García Aguilar" userId="de58f566-0b32-41fd-9429-bd3351bd8169" providerId="ADAL" clId="{7B654E95-A400-4268-925E-90936F628646}" dt="2023-09-28T07:36:42.127" v="2703" actId="14100"/>
        <pc:sldMkLst>
          <pc:docMk/>
          <pc:sldMk cId="1483450042" sldId="271"/>
        </pc:sldMkLst>
        <pc:spChg chg="mod">
          <ac:chgData name="Juan García Aguilar" userId="de58f566-0b32-41fd-9429-bd3351bd8169" providerId="ADAL" clId="{7B654E95-A400-4268-925E-90936F628646}" dt="2023-09-28T07:36:21.323" v="2696" actId="20577"/>
          <ac:spMkLst>
            <pc:docMk/>
            <pc:sldMk cId="1483450042" sldId="271"/>
            <ac:spMk id="2" creationId="{3DF019EC-9FAD-65C2-B0A2-DA6BEF38BC25}"/>
          </ac:spMkLst>
        </pc:spChg>
        <pc:spChg chg="del mod">
          <ac:chgData name="Juan García Aguilar" userId="de58f566-0b32-41fd-9429-bd3351bd8169" providerId="ADAL" clId="{7B654E95-A400-4268-925E-90936F628646}" dt="2023-09-28T07:36:27.203" v="2698" actId="478"/>
          <ac:spMkLst>
            <pc:docMk/>
            <pc:sldMk cId="1483450042" sldId="271"/>
            <ac:spMk id="3" creationId="{99C6E448-4D56-2BF9-8DED-A5BAB507C35C}"/>
          </ac:spMkLst>
        </pc:spChg>
        <pc:picChg chg="add mod">
          <ac:chgData name="Juan García Aguilar" userId="de58f566-0b32-41fd-9429-bd3351bd8169" providerId="ADAL" clId="{7B654E95-A400-4268-925E-90936F628646}" dt="2023-09-28T07:36:42.127" v="2703" actId="14100"/>
          <ac:picMkLst>
            <pc:docMk/>
            <pc:sldMk cId="1483450042" sldId="271"/>
            <ac:picMk id="4" creationId="{E71E0AB5-6C9E-B3FA-347C-63E5BA4631B4}"/>
          </ac:picMkLst>
        </pc:picChg>
      </pc:sldChg>
      <pc:sldChg chg="addSp delSp modSp add mod">
        <pc:chgData name="Juan García Aguilar" userId="de58f566-0b32-41fd-9429-bd3351bd8169" providerId="ADAL" clId="{7B654E95-A400-4268-925E-90936F628646}" dt="2023-09-28T15:32:16.979" v="3770" actId="20577"/>
        <pc:sldMkLst>
          <pc:docMk/>
          <pc:sldMk cId="3366475924" sldId="272"/>
        </pc:sldMkLst>
        <pc:spChg chg="add mod">
          <ac:chgData name="Juan García Aguilar" userId="de58f566-0b32-41fd-9429-bd3351bd8169" providerId="ADAL" clId="{7B654E95-A400-4268-925E-90936F628646}" dt="2023-09-28T15:32:16.979" v="3770" actId="20577"/>
          <ac:spMkLst>
            <pc:docMk/>
            <pc:sldMk cId="3366475924" sldId="272"/>
            <ac:spMk id="3" creationId="{BF1BA30B-E656-1376-0C0A-35EB38510D99}"/>
          </ac:spMkLst>
        </pc:spChg>
        <pc:spChg chg="add mod">
          <ac:chgData name="Juan García Aguilar" userId="de58f566-0b32-41fd-9429-bd3351bd8169" providerId="ADAL" clId="{7B654E95-A400-4268-925E-90936F628646}" dt="2023-09-28T15:30:50.144" v="3526" actId="1076"/>
          <ac:spMkLst>
            <pc:docMk/>
            <pc:sldMk cId="3366475924" sldId="272"/>
            <ac:spMk id="5" creationId="{768687C5-20B7-F8B5-00FA-CF7A0F1C3788}"/>
          </ac:spMkLst>
        </pc:spChg>
        <pc:picChg chg="del">
          <ac:chgData name="Juan García Aguilar" userId="de58f566-0b32-41fd-9429-bd3351bd8169" providerId="ADAL" clId="{7B654E95-A400-4268-925E-90936F628646}" dt="2023-09-28T07:40:14.381" v="2705" actId="478"/>
          <ac:picMkLst>
            <pc:docMk/>
            <pc:sldMk cId="3366475924" sldId="272"/>
            <ac:picMk id="4" creationId="{E71E0AB5-6C9E-B3FA-347C-63E5BA4631B4}"/>
          </ac:picMkLst>
        </pc:picChg>
      </pc:sldChg>
      <pc:sldChg chg="addSp delSp modSp add mod">
        <pc:chgData name="Juan García Aguilar" userId="de58f566-0b32-41fd-9429-bd3351bd8169" providerId="ADAL" clId="{7B654E95-A400-4268-925E-90936F628646}" dt="2023-10-16T08:56:57.616" v="21229" actId="20577"/>
        <pc:sldMkLst>
          <pc:docMk/>
          <pc:sldMk cId="877554828" sldId="273"/>
        </pc:sldMkLst>
        <pc:spChg chg="mod">
          <ac:chgData name="Juan García Aguilar" userId="de58f566-0b32-41fd-9429-bd3351bd8169" providerId="ADAL" clId="{7B654E95-A400-4268-925E-90936F628646}" dt="2023-09-28T08:16:28.946" v="2724" actId="20577"/>
          <ac:spMkLst>
            <pc:docMk/>
            <pc:sldMk cId="877554828" sldId="273"/>
            <ac:spMk id="2" creationId="{3DF019EC-9FAD-65C2-B0A2-DA6BEF38BC25}"/>
          </ac:spMkLst>
        </pc:spChg>
        <pc:spChg chg="add mod">
          <ac:chgData name="Juan García Aguilar" userId="de58f566-0b32-41fd-9429-bd3351bd8169" providerId="ADAL" clId="{7B654E95-A400-4268-925E-90936F628646}" dt="2023-10-16T08:56:57.616" v="21229" actId="20577"/>
          <ac:spMkLst>
            <pc:docMk/>
            <pc:sldMk cId="877554828" sldId="273"/>
            <ac:spMk id="3" creationId="{1A471462-CA03-7893-70A4-B9EB156F32AF}"/>
          </ac:spMkLst>
        </pc:spChg>
        <pc:spChg chg="del">
          <ac:chgData name="Juan García Aguilar" userId="de58f566-0b32-41fd-9429-bd3351bd8169" providerId="ADAL" clId="{7B654E95-A400-4268-925E-90936F628646}" dt="2023-09-28T08:16:50.168" v="2725" actId="478"/>
          <ac:spMkLst>
            <pc:docMk/>
            <pc:sldMk cId="877554828" sldId="273"/>
            <ac:spMk id="5" creationId="{768687C5-20B7-F8B5-00FA-CF7A0F1C3788}"/>
          </ac:spMkLst>
        </pc:spChg>
      </pc:sldChg>
      <pc:sldChg chg="addSp modSp add mod">
        <pc:chgData name="Juan García Aguilar" userId="de58f566-0b32-41fd-9429-bd3351bd8169" providerId="ADAL" clId="{7B654E95-A400-4268-925E-90936F628646}" dt="2023-10-04T03:04:53.519" v="7849" actId="113"/>
        <pc:sldMkLst>
          <pc:docMk/>
          <pc:sldMk cId="622865718" sldId="274"/>
        </pc:sldMkLst>
        <pc:spChg chg="mod">
          <ac:chgData name="Juan García Aguilar" userId="de58f566-0b32-41fd-9429-bd3351bd8169" providerId="ADAL" clId="{7B654E95-A400-4268-925E-90936F628646}" dt="2023-09-28T15:39:24.914" v="4258" actId="20577"/>
          <ac:spMkLst>
            <pc:docMk/>
            <pc:sldMk cId="622865718" sldId="274"/>
            <ac:spMk id="2" creationId="{3DF019EC-9FAD-65C2-B0A2-DA6BEF38BC25}"/>
          </ac:spMkLst>
        </pc:spChg>
        <pc:spChg chg="add mod">
          <ac:chgData name="Juan García Aguilar" userId="de58f566-0b32-41fd-9429-bd3351bd8169" providerId="ADAL" clId="{7B654E95-A400-4268-925E-90936F628646}" dt="2023-10-04T03:04:53.519" v="7849" actId="113"/>
          <ac:spMkLst>
            <pc:docMk/>
            <pc:sldMk cId="622865718" sldId="274"/>
            <ac:spMk id="3" creationId="{8AC0EA8B-E613-8CE4-1511-0CB6D53C8399}"/>
          </ac:spMkLst>
        </pc:spChg>
      </pc:sldChg>
      <pc:sldChg chg="new del">
        <pc:chgData name="Juan García Aguilar" userId="de58f566-0b32-41fd-9429-bd3351bd8169" providerId="ADAL" clId="{7B654E95-A400-4268-925E-90936F628646}" dt="2023-09-28T08:17:01.500" v="2727" actId="47"/>
        <pc:sldMkLst>
          <pc:docMk/>
          <pc:sldMk cId="2061800495" sldId="274"/>
        </pc:sldMkLst>
      </pc:sldChg>
      <pc:sldChg chg="addSp modSp add del mod">
        <pc:chgData name="Juan García Aguilar" userId="de58f566-0b32-41fd-9429-bd3351bd8169" providerId="ADAL" clId="{7B654E95-A400-4268-925E-90936F628646}" dt="2023-10-04T03:06:38.540" v="7855" actId="2696"/>
        <pc:sldMkLst>
          <pc:docMk/>
          <pc:sldMk cId="1372120057" sldId="275"/>
        </pc:sldMkLst>
        <pc:spChg chg="mod">
          <ac:chgData name="Juan García Aguilar" userId="de58f566-0b32-41fd-9429-bd3351bd8169" providerId="ADAL" clId="{7B654E95-A400-4268-925E-90936F628646}" dt="2023-09-28T15:39:38.866" v="4262" actId="20577"/>
          <ac:spMkLst>
            <pc:docMk/>
            <pc:sldMk cId="1372120057" sldId="275"/>
            <ac:spMk id="2" creationId="{3DF019EC-9FAD-65C2-B0A2-DA6BEF38BC25}"/>
          </ac:spMkLst>
        </pc:spChg>
        <pc:spChg chg="add mod">
          <ac:chgData name="Juan García Aguilar" userId="de58f566-0b32-41fd-9429-bd3351bd8169" providerId="ADAL" clId="{7B654E95-A400-4268-925E-90936F628646}" dt="2023-09-28T15:44:37.794" v="4527" actId="20577"/>
          <ac:spMkLst>
            <pc:docMk/>
            <pc:sldMk cId="1372120057" sldId="275"/>
            <ac:spMk id="3" creationId="{6DFE2E48-6082-E276-8715-7B65622883AC}"/>
          </ac:spMkLst>
        </pc:spChg>
        <pc:spChg chg="add mod">
          <ac:chgData name="Juan García Aguilar" userId="de58f566-0b32-41fd-9429-bd3351bd8169" providerId="ADAL" clId="{7B654E95-A400-4268-925E-90936F628646}" dt="2023-09-28T16:04:42.157" v="5501" actId="20577"/>
          <ac:spMkLst>
            <pc:docMk/>
            <pc:sldMk cId="1372120057" sldId="275"/>
            <ac:spMk id="6" creationId="{4C2DA8A4-5778-5573-7471-51953C11B66D}"/>
          </ac:spMkLst>
        </pc:spChg>
        <pc:picChg chg="add mod">
          <ac:chgData name="Juan García Aguilar" userId="de58f566-0b32-41fd-9429-bd3351bd8169" providerId="ADAL" clId="{7B654E95-A400-4268-925E-90936F628646}" dt="2023-09-28T16:02:34.498" v="5381" actId="1076"/>
          <ac:picMkLst>
            <pc:docMk/>
            <pc:sldMk cId="1372120057" sldId="275"/>
            <ac:picMk id="5" creationId="{2E5FA65B-CEEB-AB6B-997F-C13F522238C4}"/>
          </ac:picMkLst>
        </pc:picChg>
      </pc:sldChg>
      <pc:sldChg chg="addSp delSp modSp add mod">
        <pc:chgData name="Juan García Aguilar" userId="de58f566-0b32-41fd-9429-bd3351bd8169" providerId="ADAL" clId="{7B654E95-A400-4268-925E-90936F628646}" dt="2023-09-28T15:27:56.913" v="3426" actId="20577"/>
        <pc:sldMkLst>
          <pc:docMk/>
          <pc:sldMk cId="4073147806" sldId="276"/>
        </pc:sldMkLst>
        <pc:spChg chg="mod">
          <ac:chgData name="Juan García Aguilar" userId="de58f566-0b32-41fd-9429-bd3351bd8169" providerId="ADAL" clId="{7B654E95-A400-4268-925E-90936F628646}" dt="2023-09-28T15:12:48.361" v="3139" actId="20577"/>
          <ac:spMkLst>
            <pc:docMk/>
            <pc:sldMk cId="4073147806" sldId="276"/>
            <ac:spMk id="2" creationId="{3DF019EC-9FAD-65C2-B0A2-DA6BEF38BC25}"/>
          </ac:spMkLst>
        </pc:spChg>
        <pc:spChg chg="del mod">
          <ac:chgData name="Juan García Aguilar" userId="de58f566-0b32-41fd-9429-bd3351bd8169" providerId="ADAL" clId="{7B654E95-A400-4268-925E-90936F628646}" dt="2023-09-28T15:13:12.598" v="3143" actId="478"/>
          <ac:spMkLst>
            <pc:docMk/>
            <pc:sldMk cId="4073147806" sldId="276"/>
            <ac:spMk id="3" creationId="{99C6E448-4D56-2BF9-8DED-A5BAB507C35C}"/>
          </ac:spMkLst>
        </pc:spChg>
        <pc:spChg chg="add mod">
          <ac:chgData name="Juan García Aguilar" userId="de58f566-0b32-41fd-9429-bd3351bd8169" providerId="ADAL" clId="{7B654E95-A400-4268-925E-90936F628646}" dt="2023-09-28T15:27:56.913" v="3426" actId="20577"/>
          <ac:spMkLst>
            <pc:docMk/>
            <pc:sldMk cId="4073147806" sldId="276"/>
            <ac:spMk id="4" creationId="{F0A48176-458A-D568-95D2-E9B91B986748}"/>
          </ac:spMkLst>
        </pc:spChg>
      </pc:sldChg>
      <pc:sldChg chg="addSp delSp modSp add mod">
        <pc:chgData name="Juan García Aguilar" userId="de58f566-0b32-41fd-9429-bd3351bd8169" providerId="ADAL" clId="{7B654E95-A400-4268-925E-90936F628646}" dt="2023-10-04T03:07:02.007" v="7856" actId="113"/>
        <pc:sldMkLst>
          <pc:docMk/>
          <pc:sldMk cId="1338505817" sldId="277"/>
        </pc:sldMkLst>
        <pc:spChg chg="mod">
          <ac:chgData name="Juan García Aguilar" userId="de58f566-0b32-41fd-9429-bd3351bd8169" providerId="ADAL" clId="{7B654E95-A400-4268-925E-90936F628646}" dt="2023-10-04T03:07:02.007" v="7856" actId="113"/>
          <ac:spMkLst>
            <pc:docMk/>
            <pc:sldMk cId="1338505817" sldId="277"/>
            <ac:spMk id="3" creationId="{6DFE2E48-6082-E276-8715-7B65622883AC}"/>
          </ac:spMkLst>
        </pc:spChg>
        <pc:graphicFrameChg chg="add del mod modGraphic">
          <ac:chgData name="Juan García Aguilar" userId="de58f566-0b32-41fd-9429-bd3351bd8169" providerId="ADAL" clId="{7B654E95-A400-4268-925E-90936F628646}" dt="2023-09-28T15:57:55.431" v="5130" actId="478"/>
          <ac:graphicFrameMkLst>
            <pc:docMk/>
            <pc:sldMk cId="1338505817" sldId="277"/>
            <ac:graphicFrameMk id="4" creationId="{1ECBC061-B7E4-F81E-A610-B1029D34152A}"/>
          </ac:graphicFrameMkLst>
        </pc:graphicFrameChg>
        <pc:picChg chg="del">
          <ac:chgData name="Juan García Aguilar" userId="de58f566-0b32-41fd-9429-bd3351bd8169" providerId="ADAL" clId="{7B654E95-A400-4268-925E-90936F628646}" dt="2023-09-28T15:44:49.853" v="4529" actId="478"/>
          <ac:picMkLst>
            <pc:docMk/>
            <pc:sldMk cId="1338505817" sldId="277"/>
            <ac:picMk id="5" creationId="{2E5FA65B-CEEB-AB6B-997F-C13F522238C4}"/>
          </ac:picMkLst>
        </pc:picChg>
      </pc:sldChg>
      <pc:sldChg chg="addSp modSp add mod">
        <pc:chgData name="Juan García Aguilar" userId="de58f566-0b32-41fd-9429-bd3351bd8169" providerId="ADAL" clId="{7B654E95-A400-4268-925E-90936F628646}" dt="2023-10-04T03:05:53.971" v="7854" actId="9405"/>
        <pc:sldMkLst>
          <pc:docMk/>
          <pc:sldMk cId="2737515075" sldId="278"/>
        </pc:sldMkLst>
        <pc:spChg chg="mod">
          <ac:chgData name="Juan García Aguilar" userId="de58f566-0b32-41fd-9429-bd3351bd8169" providerId="ADAL" clId="{7B654E95-A400-4268-925E-90936F628646}" dt="2023-10-04T03:05:29.975" v="7852" actId="207"/>
          <ac:spMkLst>
            <pc:docMk/>
            <pc:sldMk cId="2737515075" sldId="278"/>
            <ac:spMk id="6" creationId="{4C2DA8A4-5778-5573-7471-51953C11B66D}"/>
          </ac:spMkLst>
        </pc:spChg>
        <pc:inkChg chg="add">
          <ac:chgData name="Juan García Aguilar" userId="de58f566-0b32-41fd-9429-bd3351bd8169" providerId="ADAL" clId="{7B654E95-A400-4268-925E-90936F628646}" dt="2023-10-04T03:05:48.545" v="7853" actId="9405"/>
          <ac:inkMkLst>
            <pc:docMk/>
            <pc:sldMk cId="2737515075" sldId="278"/>
            <ac:inkMk id="4" creationId="{4ECD7912-5430-DC02-6227-80249B9AA473}"/>
          </ac:inkMkLst>
        </pc:inkChg>
        <pc:inkChg chg="add">
          <ac:chgData name="Juan García Aguilar" userId="de58f566-0b32-41fd-9429-bd3351bd8169" providerId="ADAL" clId="{7B654E95-A400-4268-925E-90936F628646}" dt="2023-10-04T03:05:53.971" v="7854" actId="9405"/>
          <ac:inkMkLst>
            <pc:docMk/>
            <pc:sldMk cId="2737515075" sldId="278"/>
            <ac:inkMk id="7" creationId="{E0D952A4-D5F5-F944-9F12-F1DD714753B5}"/>
          </ac:inkMkLst>
        </pc:inkChg>
      </pc:sldChg>
      <pc:sldChg chg="addSp delSp modSp add mod">
        <pc:chgData name="Juan García Aguilar" userId="de58f566-0b32-41fd-9429-bd3351bd8169" providerId="ADAL" clId="{7B654E95-A400-4268-925E-90936F628646}" dt="2023-10-13T09:46:37.328" v="13744" actId="20577"/>
        <pc:sldMkLst>
          <pc:docMk/>
          <pc:sldMk cId="2766911255" sldId="279"/>
        </pc:sldMkLst>
        <pc:spChg chg="add del mod">
          <ac:chgData name="Juan García Aguilar" userId="de58f566-0b32-41fd-9429-bd3351bd8169" providerId="ADAL" clId="{7B654E95-A400-4268-925E-90936F628646}" dt="2023-10-03T06:35:06.390" v="6364"/>
          <ac:spMkLst>
            <pc:docMk/>
            <pc:sldMk cId="2766911255" sldId="279"/>
            <ac:spMk id="3" creationId="{5D5AFE9C-BDF8-2BF7-172F-3632E2668B5E}"/>
          </ac:spMkLst>
        </pc:spChg>
        <pc:spChg chg="add mod">
          <ac:chgData name="Juan García Aguilar" userId="de58f566-0b32-41fd-9429-bd3351bd8169" providerId="ADAL" clId="{7B654E95-A400-4268-925E-90936F628646}" dt="2023-10-13T09:11:39.502" v="12528" actId="20577"/>
          <ac:spMkLst>
            <pc:docMk/>
            <pc:sldMk cId="2766911255" sldId="279"/>
            <ac:spMk id="3" creationId="{6D0BC422-BF49-D44A-9400-740C892B210D}"/>
          </ac:spMkLst>
        </pc:spChg>
        <pc:spChg chg="del">
          <ac:chgData name="Juan García Aguilar" userId="de58f566-0b32-41fd-9429-bd3351bd8169" providerId="ADAL" clId="{7B654E95-A400-4268-925E-90936F628646}" dt="2023-09-28T16:16:30.054" v="5753" actId="478"/>
          <ac:spMkLst>
            <pc:docMk/>
            <pc:sldMk cId="2766911255" sldId="279"/>
            <ac:spMk id="3" creationId="{6DFE2E48-6082-E276-8715-7B65622883AC}"/>
          </ac:spMkLst>
        </pc:spChg>
        <pc:spChg chg="add mod">
          <ac:chgData name="Juan García Aguilar" userId="de58f566-0b32-41fd-9429-bd3351bd8169" providerId="ADAL" clId="{7B654E95-A400-4268-925E-90936F628646}" dt="2023-10-13T09:46:37.328" v="13744" actId="20577"/>
          <ac:spMkLst>
            <pc:docMk/>
            <pc:sldMk cId="2766911255" sldId="279"/>
            <ac:spMk id="4" creationId="{3613B720-DB1B-1F59-EA9A-F68857F0E089}"/>
          </ac:spMkLst>
        </pc:spChg>
      </pc:sldChg>
      <pc:sldChg chg="addSp modSp add mod">
        <pc:chgData name="Juan García Aguilar" userId="de58f566-0b32-41fd-9429-bd3351bd8169" providerId="ADAL" clId="{7B654E95-A400-4268-925E-90936F628646}" dt="2023-10-04T03:08:42.557" v="7901" actId="113"/>
        <pc:sldMkLst>
          <pc:docMk/>
          <pc:sldMk cId="3282939421" sldId="280"/>
        </pc:sldMkLst>
        <pc:spChg chg="mod">
          <ac:chgData name="Juan García Aguilar" userId="de58f566-0b32-41fd-9429-bd3351bd8169" providerId="ADAL" clId="{7B654E95-A400-4268-925E-90936F628646}" dt="2023-10-04T03:08:42.557" v="7901" actId="113"/>
          <ac:spMkLst>
            <pc:docMk/>
            <pc:sldMk cId="3282939421" sldId="280"/>
            <ac:spMk id="4" creationId="{3613B720-DB1B-1F59-EA9A-F68857F0E089}"/>
          </ac:spMkLst>
        </pc:spChg>
        <pc:spChg chg="add mod">
          <ac:chgData name="Juan García Aguilar" userId="de58f566-0b32-41fd-9429-bd3351bd8169" providerId="ADAL" clId="{7B654E95-A400-4268-925E-90936F628646}" dt="2023-10-03T06:34:47.368" v="6361" actId="20577"/>
          <ac:spMkLst>
            <pc:docMk/>
            <pc:sldMk cId="3282939421" sldId="280"/>
            <ac:spMk id="5" creationId="{054103A9-CC31-856B-0C76-BC1E41256E6B}"/>
          </ac:spMkLst>
        </pc:spChg>
      </pc:sldChg>
      <pc:sldChg chg="addSp delSp modSp add del mod">
        <pc:chgData name="Juan García Aguilar" userId="de58f566-0b32-41fd-9429-bd3351bd8169" providerId="ADAL" clId="{7B654E95-A400-4268-925E-90936F628646}" dt="2023-10-13T09:53:45.356" v="14129" actId="2696"/>
        <pc:sldMkLst>
          <pc:docMk/>
          <pc:sldMk cId="1151169690" sldId="281"/>
        </pc:sldMkLst>
        <pc:spChg chg="add del mod">
          <ac:chgData name="Juan García Aguilar" userId="de58f566-0b32-41fd-9429-bd3351bd8169" providerId="ADAL" clId="{7B654E95-A400-4268-925E-90936F628646}" dt="2023-10-03T06:52:38.056" v="6370"/>
          <ac:spMkLst>
            <pc:docMk/>
            <pc:sldMk cId="1151169690" sldId="281"/>
            <ac:spMk id="3" creationId="{AAE73C56-7760-CD07-72C9-DC1B52C5A3FC}"/>
          </ac:spMkLst>
        </pc:spChg>
        <pc:spChg chg="del">
          <ac:chgData name="Juan García Aguilar" userId="de58f566-0b32-41fd-9429-bd3351bd8169" providerId="ADAL" clId="{7B654E95-A400-4268-925E-90936F628646}" dt="2023-10-03T06:35:20.516" v="6367" actId="478"/>
          <ac:spMkLst>
            <pc:docMk/>
            <pc:sldMk cId="1151169690" sldId="281"/>
            <ac:spMk id="4" creationId="{3613B720-DB1B-1F59-EA9A-F68857F0E089}"/>
          </ac:spMkLst>
        </pc:spChg>
        <pc:spChg chg="del">
          <ac:chgData name="Juan García Aguilar" userId="de58f566-0b32-41fd-9429-bd3351bd8169" providerId="ADAL" clId="{7B654E95-A400-4268-925E-90936F628646}" dt="2023-10-03T06:35:17.780" v="6366" actId="478"/>
          <ac:spMkLst>
            <pc:docMk/>
            <pc:sldMk cId="1151169690" sldId="281"/>
            <ac:spMk id="5" creationId="{054103A9-CC31-856B-0C76-BC1E41256E6B}"/>
          </ac:spMkLst>
        </pc:spChg>
        <pc:spChg chg="add mod">
          <ac:chgData name="Juan García Aguilar" userId="de58f566-0b32-41fd-9429-bd3351bd8169" providerId="ADAL" clId="{7B654E95-A400-4268-925E-90936F628646}" dt="2023-10-03T07:02:58.693" v="6645" actId="20577"/>
          <ac:spMkLst>
            <pc:docMk/>
            <pc:sldMk cId="1151169690" sldId="281"/>
            <ac:spMk id="6" creationId="{6CB32F80-E705-5BA2-CAD9-36D1C18D1FB5}"/>
          </ac:spMkLst>
        </pc:spChg>
      </pc:sldChg>
      <pc:sldChg chg="delSp add del mod">
        <pc:chgData name="Juan García Aguilar" userId="de58f566-0b32-41fd-9429-bd3351bd8169" providerId="ADAL" clId="{7B654E95-A400-4268-925E-90936F628646}" dt="2023-10-03T06:56:55.009" v="6454" actId="47"/>
        <pc:sldMkLst>
          <pc:docMk/>
          <pc:sldMk cId="639317835" sldId="282"/>
        </pc:sldMkLst>
        <pc:spChg chg="del">
          <ac:chgData name="Juan García Aguilar" userId="de58f566-0b32-41fd-9429-bd3351bd8169" providerId="ADAL" clId="{7B654E95-A400-4268-925E-90936F628646}" dt="2023-10-03T06:53:39.189" v="6453" actId="478"/>
          <ac:spMkLst>
            <pc:docMk/>
            <pc:sldMk cId="639317835" sldId="282"/>
            <ac:spMk id="2" creationId="{3DF019EC-9FAD-65C2-B0A2-DA6BEF38BC25}"/>
          </ac:spMkLst>
        </pc:spChg>
        <pc:spChg chg="del">
          <ac:chgData name="Juan García Aguilar" userId="de58f566-0b32-41fd-9429-bd3351bd8169" providerId="ADAL" clId="{7B654E95-A400-4268-925E-90936F628646}" dt="2023-10-03T06:53:35.727" v="6452" actId="478"/>
          <ac:spMkLst>
            <pc:docMk/>
            <pc:sldMk cId="639317835" sldId="282"/>
            <ac:spMk id="6" creationId="{6CB32F80-E705-5BA2-CAD9-36D1C18D1FB5}"/>
          </ac:spMkLst>
        </pc:spChg>
      </pc:sldChg>
      <pc:sldChg chg="addSp delSp modSp add mod ord">
        <pc:chgData name="Juan García Aguilar" userId="de58f566-0b32-41fd-9429-bd3351bd8169" providerId="ADAL" clId="{7B654E95-A400-4268-925E-90936F628646}" dt="2023-10-13T10:15:34.239" v="15350" actId="20577"/>
        <pc:sldMkLst>
          <pc:docMk/>
          <pc:sldMk cId="3243649592" sldId="282"/>
        </pc:sldMkLst>
        <pc:spChg chg="mod">
          <ac:chgData name="Juan García Aguilar" userId="de58f566-0b32-41fd-9429-bd3351bd8169" providerId="ADAL" clId="{7B654E95-A400-4268-925E-90936F628646}" dt="2023-10-03T06:57:02.714" v="6476" actId="20577"/>
          <ac:spMkLst>
            <pc:docMk/>
            <pc:sldMk cId="3243649592" sldId="282"/>
            <ac:spMk id="2" creationId="{3DF019EC-9FAD-65C2-B0A2-DA6BEF38BC25}"/>
          </ac:spMkLst>
        </pc:spChg>
        <pc:spChg chg="add mod">
          <ac:chgData name="Juan García Aguilar" userId="de58f566-0b32-41fd-9429-bd3351bd8169" providerId="ADAL" clId="{7B654E95-A400-4268-925E-90936F628646}" dt="2023-10-05T17:12:58.310" v="10114" actId="113"/>
          <ac:spMkLst>
            <pc:docMk/>
            <pc:sldMk cId="3243649592" sldId="282"/>
            <ac:spMk id="3" creationId="{B0553D80-D295-112C-410B-DDBEE45D8BA3}"/>
          </ac:spMkLst>
        </pc:spChg>
        <pc:spChg chg="add mod">
          <ac:chgData name="Juan García Aguilar" userId="de58f566-0b32-41fd-9429-bd3351bd8169" providerId="ADAL" clId="{7B654E95-A400-4268-925E-90936F628646}" dt="2023-10-13T10:15:34.239" v="15350" actId="20577"/>
          <ac:spMkLst>
            <pc:docMk/>
            <pc:sldMk cId="3243649592" sldId="282"/>
            <ac:spMk id="4" creationId="{26A7C2A2-8C21-EFF4-290A-5B7B04A1E6BA}"/>
          </ac:spMkLst>
        </pc:spChg>
        <pc:spChg chg="del mod">
          <ac:chgData name="Juan García Aguilar" userId="de58f566-0b32-41fd-9429-bd3351bd8169" providerId="ADAL" clId="{7B654E95-A400-4268-925E-90936F628646}" dt="2023-10-05T12:19:02.926" v="10021" actId="478"/>
          <ac:spMkLst>
            <pc:docMk/>
            <pc:sldMk cId="3243649592" sldId="282"/>
            <ac:spMk id="6" creationId="{6CB32F80-E705-5BA2-CAD9-36D1C18D1FB5}"/>
          </ac:spMkLst>
        </pc:spChg>
      </pc:sldChg>
      <pc:sldChg chg="modSp add del mod">
        <pc:chgData name="Juan García Aguilar" userId="de58f566-0b32-41fd-9429-bd3351bd8169" providerId="ADAL" clId="{7B654E95-A400-4268-925E-90936F628646}" dt="2023-10-13T10:16:24.532" v="15352" actId="2696"/>
        <pc:sldMkLst>
          <pc:docMk/>
          <pc:sldMk cId="1528398205" sldId="283"/>
        </pc:sldMkLst>
        <pc:spChg chg="mod">
          <ac:chgData name="Juan García Aguilar" userId="de58f566-0b32-41fd-9429-bd3351bd8169" providerId="ADAL" clId="{7B654E95-A400-4268-925E-90936F628646}" dt="2023-10-03T06:58:04.639" v="6491" actId="20577"/>
          <ac:spMkLst>
            <pc:docMk/>
            <pc:sldMk cId="1528398205" sldId="283"/>
            <ac:spMk id="2" creationId="{3DF019EC-9FAD-65C2-B0A2-DA6BEF38BC25}"/>
          </ac:spMkLst>
        </pc:spChg>
        <pc:spChg chg="mod">
          <ac:chgData name="Juan García Aguilar" userId="de58f566-0b32-41fd-9429-bd3351bd8169" providerId="ADAL" clId="{7B654E95-A400-4268-925E-90936F628646}" dt="2023-10-04T03:30:35.393" v="8390" actId="20577"/>
          <ac:spMkLst>
            <pc:docMk/>
            <pc:sldMk cId="1528398205" sldId="283"/>
            <ac:spMk id="6" creationId="{6CB32F80-E705-5BA2-CAD9-36D1C18D1FB5}"/>
          </ac:spMkLst>
        </pc:spChg>
      </pc:sldChg>
      <pc:sldChg chg="modSp add mod">
        <pc:chgData name="Juan García Aguilar" userId="de58f566-0b32-41fd-9429-bd3351bd8169" providerId="ADAL" clId="{7B654E95-A400-4268-925E-90936F628646}" dt="2023-10-13T11:01:08.608" v="17482" actId="20577"/>
        <pc:sldMkLst>
          <pc:docMk/>
          <pc:sldMk cId="2815334247" sldId="284"/>
        </pc:sldMkLst>
        <pc:spChg chg="mod">
          <ac:chgData name="Juan García Aguilar" userId="de58f566-0b32-41fd-9429-bd3351bd8169" providerId="ADAL" clId="{7B654E95-A400-4268-925E-90936F628646}" dt="2023-10-03T06:59:41.629" v="6558" actId="20577"/>
          <ac:spMkLst>
            <pc:docMk/>
            <pc:sldMk cId="2815334247" sldId="284"/>
            <ac:spMk id="2" creationId="{3DF019EC-9FAD-65C2-B0A2-DA6BEF38BC25}"/>
          </ac:spMkLst>
        </pc:spChg>
        <pc:spChg chg="mod">
          <ac:chgData name="Juan García Aguilar" userId="de58f566-0b32-41fd-9429-bd3351bd8169" providerId="ADAL" clId="{7B654E95-A400-4268-925E-90936F628646}" dt="2023-10-13T11:01:08.608" v="17482" actId="20577"/>
          <ac:spMkLst>
            <pc:docMk/>
            <pc:sldMk cId="2815334247" sldId="284"/>
            <ac:spMk id="6" creationId="{6CB32F80-E705-5BA2-CAD9-36D1C18D1FB5}"/>
          </ac:spMkLst>
        </pc:spChg>
      </pc:sldChg>
      <pc:sldChg chg="addSp modSp add mod">
        <pc:chgData name="Juan García Aguilar" userId="de58f566-0b32-41fd-9429-bd3351bd8169" providerId="ADAL" clId="{7B654E95-A400-4268-925E-90936F628646}" dt="2023-10-15T17:35:59.072" v="19580" actId="20577"/>
        <pc:sldMkLst>
          <pc:docMk/>
          <pc:sldMk cId="4040585834" sldId="285"/>
        </pc:sldMkLst>
        <pc:spChg chg="mod">
          <ac:chgData name="Juan García Aguilar" userId="de58f566-0b32-41fd-9429-bd3351bd8169" providerId="ADAL" clId="{7B654E95-A400-4268-925E-90936F628646}" dt="2023-10-14T10:42:33.140" v="18478" actId="20577"/>
          <ac:spMkLst>
            <pc:docMk/>
            <pc:sldMk cId="4040585834" sldId="285"/>
            <ac:spMk id="2" creationId="{3DF019EC-9FAD-65C2-B0A2-DA6BEF38BC25}"/>
          </ac:spMkLst>
        </pc:spChg>
        <pc:spChg chg="add mod">
          <ac:chgData name="Juan García Aguilar" userId="de58f566-0b32-41fd-9429-bd3351bd8169" providerId="ADAL" clId="{7B654E95-A400-4268-925E-90936F628646}" dt="2023-10-15T17:24:50.982" v="18716" actId="1076"/>
          <ac:spMkLst>
            <pc:docMk/>
            <pc:sldMk cId="4040585834" sldId="285"/>
            <ac:spMk id="3" creationId="{D58C2043-DD53-19AD-3FF6-4EEA6A1F9485}"/>
          </ac:spMkLst>
        </pc:spChg>
        <pc:spChg chg="add mod">
          <ac:chgData name="Juan García Aguilar" userId="de58f566-0b32-41fd-9429-bd3351bd8169" providerId="ADAL" clId="{7B654E95-A400-4268-925E-90936F628646}" dt="2023-10-15T17:35:59.072" v="19580" actId="20577"/>
          <ac:spMkLst>
            <pc:docMk/>
            <pc:sldMk cId="4040585834" sldId="285"/>
            <ac:spMk id="4" creationId="{86BAC996-839C-E2EB-C1C3-BF1B57C5D8FD}"/>
          </ac:spMkLst>
        </pc:spChg>
        <pc:spChg chg="mod">
          <ac:chgData name="Juan García Aguilar" userId="de58f566-0b32-41fd-9429-bd3351bd8169" providerId="ADAL" clId="{7B654E95-A400-4268-925E-90936F628646}" dt="2023-10-15T17:18:12.966" v="18715" actId="20577"/>
          <ac:spMkLst>
            <pc:docMk/>
            <pc:sldMk cId="4040585834" sldId="285"/>
            <ac:spMk id="6" creationId="{6CB32F80-E705-5BA2-CAD9-36D1C18D1FB5}"/>
          </ac:spMkLst>
        </pc:spChg>
        <pc:picChg chg="add mod">
          <ac:chgData name="Juan García Aguilar" userId="de58f566-0b32-41fd-9429-bd3351bd8169" providerId="ADAL" clId="{7B654E95-A400-4268-925E-90936F628646}" dt="2023-10-15T17:27:18.467" v="19027" actId="1076"/>
          <ac:picMkLst>
            <pc:docMk/>
            <pc:sldMk cId="4040585834" sldId="285"/>
            <ac:picMk id="7" creationId="{0B3767CE-A9A6-9860-08D6-7E0299E790A3}"/>
          </ac:picMkLst>
        </pc:picChg>
      </pc:sldChg>
      <pc:sldChg chg="modSp add del mod">
        <pc:chgData name="Juan García Aguilar" userId="de58f566-0b32-41fd-9429-bd3351bd8169" providerId="ADAL" clId="{7B654E95-A400-4268-925E-90936F628646}" dt="2023-10-16T07:02:26.628" v="20416" actId="47"/>
        <pc:sldMkLst>
          <pc:docMk/>
          <pc:sldMk cId="1476751214" sldId="286"/>
        </pc:sldMkLst>
        <pc:spChg chg="mod">
          <ac:chgData name="Juan García Aguilar" userId="de58f566-0b32-41fd-9429-bd3351bd8169" providerId="ADAL" clId="{7B654E95-A400-4268-925E-90936F628646}" dt="2023-10-03T06:59:58.322" v="6590" actId="20577"/>
          <ac:spMkLst>
            <pc:docMk/>
            <pc:sldMk cId="1476751214" sldId="286"/>
            <ac:spMk id="2" creationId="{3DF019EC-9FAD-65C2-B0A2-DA6BEF38BC25}"/>
          </ac:spMkLst>
        </pc:spChg>
      </pc:sldChg>
      <pc:sldChg chg="addSp delSp modSp add mod">
        <pc:chgData name="Juan García Aguilar" userId="de58f566-0b32-41fd-9429-bd3351bd8169" providerId="ADAL" clId="{7B654E95-A400-4268-925E-90936F628646}" dt="2023-10-16T07:59:50.109" v="20851" actId="20577"/>
        <pc:sldMkLst>
          <pc:docMk/>
          <pc:sldMk cId="1963384474" sldId="287"/>
        </pc:sldMkLst>
        <pc:spChg chg="mod">
          <ac:chgData name="Juan García Aguilar" userId="de58f566-0b32-41fd-9429-bd3351bd8169" providerId="ADAL" clId="{7B654E95-A400-4268-925E-90936F628646}" dt="2023-10-16T07:59:50.109" v="20851" actId="20577"/>
          <ac:spMkLst>
            <pc:docMk/>
            <pc:sldMk cId="1963384474" sldId="287"/>
            <ac:spMk id="2" creationId="{3DF019EC-9FAD-65C2-B0A2-DA6BEF38BC25}"/>
          </ac:spMkLst>
        </pc:spChg>
        <pc:spChg chg="add mod">
          <ac:chgData name="Juan García Aguilar" userId="de58f566-0b32-41fd-9429-bd3351bd8169" providerId="ADAL" clId="{7B654E95-A400-4268-925E-90936F628646}" dt="2023-10-16T07:58:41.328" v="20834" actId="20577"/>
          <ac:spMkLst>
            <pc:docMk/>
            <pc:sldMk cId="1963384474" sldId="287"/>
            <ac:spMk id="3" creationId="{A72FECA7-72B8-B2E9-DE0D-23BAD6C17846}"/>
          </ac:spMkLst>
        </pc:spChg>
        <pc:spChg chg="add mod">
          <ac:chgData name="Juan García Aguilar" userId="de58f566-0b32-41fd-9429-bd3351bd8169" providerId="ADAL" clId="{7B654E95-A400-4268-925E-90936F628646}" dt="2023-10-16T07:58:35.297" v="20824" actId="1076"/>
          <ac:spMkLst>
            <pc:docMk/>
            <pc:sldMk cId="1963384474" sldId="287"/>
            <ac:spMk id="5" creationId="{4D9BB3DD-A66F-FFB6-7F31-70C2DE6B4DDA}"/>
          </ac:spMkLst>
        </pc:spChg>
        <pc:spChg chg="del mod">
          <ac:chgData name="Juan García Aguilar" userId="de58f566-0b32-41fd-9429-bd3351bd8169" providerId="ADAL" clId="{7B654E95-A400-4268-925E-90936F628646}" dt="2023-10-16T07:57:14.398" v="20679" actId="478"/>
          <ac:spMkLst>
            <pc:docMk/>
            <pc:sldMk cId="1963384474" sldId="287"/>
            <ac:spMk id="6" creationId="{6CB32F80-E705-5BA2-CAD9-36D1C18D1FB5}"/>
          </ac:spMkLst>
        </pc:spChg>
      </pc:sldChg>
      <pc:sldChg chg="addSp delSp modSp add mod">
        <pc:chgData name="Juan García Aguilar" userId="de58f566-0b32-41fd-9429-bd3351bd8169" providerId="ADAL" clId="{7B654E95-A400-4268-925E-90936F628646}" dt="2023-10-16T09:23:57.456" v="22409" actId="20577"/>
        <pc:sldMkLst>
          <pc:docMk/>
          <pc:sldMk cId="282997176" sldId="288"/>
        </pc:sldMkLst>
        <pc:spChg chg="mod">
          <ac:chgData name="Juan García Aguilar" userId="de58f566-0b32-41fd-9429-bd3351bd8169" providerId="ADAL" clId="{7B654E95-A400-4268-925E-90936F628646}" dt="2023-10-05T07:41:05.173" v="8589" actId="20577"/>
          <ac:spMkLst>
            <pc:docMk/>
            <pc:sldMk cId="282997176" sldId="288"/>
            <ac:spMk id="2" creationId="{3DF019EC-9FAD-65C2-B0A2-DA6BEF38BC25}"/>
          </ac:spMkLst>
        </pc:spChg>
        <pc:spChg chg="add mod">
          <ac:chgData name="Juan García Aguilar" userId="de58f566-0b32-41fd-9429-bd3351bd8169" providerId="ADAL" clId="{7B654E95-A400-4268-925E-90936F628646}" dt="2023-10-16T09:23:57.456" v="22409" actId="20577"/>
          <ac:spMkLst>
            <pc:docMk/>
            <pc:sldMk cId="282997176" sldId="288"/>
            <ac:spMk id="3" creationId="{F40C4EB5-D360-8F03-BCB9-B8B624A6C412}"/>
          </ac:spMkLst>
        </pc:spChg>
        <pc:spChg chg="del mod">
          <ac:chgData name="Juan García Aguilar" userId="de58f566-0b32-41fd-9429-bd3351bd8169" providerId="ADAL" clId="{7B654E95-A400-4268-925E-90936F628646}" dt="2023-10-16T08:58:50.189" v="21230" actId="478"/>
          <ac:spMkLst>
            <pc:docMk/>
            <pc:sldMk cId="282997176" sldId="288"/>
            <ac:spMk id="6" creationId="{6CB32F80-E705-5BA2-CAD9-36D1C18D1FB5}"/>
          </ac:spMkLst>
        </pc:spChg>
      </pc:sldChg>
      <pc:sldChg chg="modSp add del mod">
        <pc:chgData name="Juan García Aguilar" userId="de58f566-0b32-41fd-9429-bd3351bd8169" providerId="ADAL" clId="{7B654E95-A400-4268-925E-90936F628646}" dt="2023-10-16T09:36:52.336" v="22933" actId="47"/>
        <pc:sldMkLst>
          <pc:docMk/>
          <pc:sldMk cId="522383581" sldId="289"/>
        </pc:sldMkLst>
        <pc:spChg chg="mod">
          <ac:chgData name="Juan García Aguilar" userId="de58f566-0b32-41fd-9429-bd3351bd8169" providerId="ADAL" clId="{7B654E95-A400-4268-925E-90936F628646}" dt="2023-10-03T07:02:20.510" v="6638" actId="20577"/>
          <ac:spMkLst>
            <pc:docMk/>
            <pc:sldMk cId="522383581" sldId="289"/>
            <ac:spMk id="2" creationId="{3DF019EC-9FAD-65C2-B0A2-DA6BEF38BC25}"/>
          </ac:spMkLst>
        </pc:spChg>
      </pc:sldChg>
      <pc:sldChg chg="addSp delSp modSp add mod">
        <pc:chgData name="Juan García Aguilar" userId="de58f566-0b32-41fd-9429-bd3351bd8169" providerId="ADAL" clId="{7B654E95-A400-4268-925E-90936F628646}" dt="2023-10-04T03:09:41.742" v="7903" actId="113"/>
        <pc:sldMkLst>
          <pc:docMk/>
          <pc:sldMk cId="7507897" sldId="290"/>
        </pc:sldMkLst>
        <pc:spChg chg="del">
          <ac:chgData name="Juan García Aguilar" userId="de58f566-0b32-41fd-9429-bd3351bd8169" providerId="ADAL" clId="{7B654E95-A400-4268-925E-90936F628646}" dt="2023-10-03T07:04:41.439" v="6648" actId="478"/>
          <ac:spMkLst>
            <pc:docMk/>
            <pc:sldMk cId="7507897" sldId="290"/>
            <ac:spMk id="3" creationId="{B0553D80-D295-112C-410B-DDBEE45D8BA3}"/>
          </ac:spMkLst>
        </pc:spChg>
        <pc:spChg chg="add mod">
          <ac:chgData name="Juan García Aguilar" userId="de58f566-0b32-41fd-9429-bd3351bd8169" providerId="ADAL" clId="{7B654E95-A400-4268-925E-90936F628646}" dt="2023-10-04T03:09:41.742" v="7903" actId="113"/>
          <ac:spMkLst>
            <pc:docMk/>
            <pc:sldMk cId="7507897" sldId="290"/>
            <ac:spMk id="4" creationId="{BEBEF779-D925-BCDC-77F0-73A838617DDD}"/>
          </ac:spMkLst>
        </pc:spChg>
        <pc:spChg chg="del">
          <ac:chgData name="Juan García Aguilar" userId="de58f566-0b32-41fd-9429-bd3351bd8169" providerId="ADAL" clId="{7B654E95-A400-4268-925E-90936F628646}" dt="2023-10-03T07:04:37.788" v="6647" actId="478"/>
          <ac:spMkLst>
            <pc:docMk/>
            <pc:sldMk cId="7507897" sldId="290"/>
            <ac:spMk id="6" creationId="{6CB32F80-E705-5BA2-CAD9-36D1C18D1FB5}"/>
          </ac:spMkLst>
        </pc:spChg>
      </pc:sldChg>
      <pc:sldChg chg="modSp add mod">
        <pc:chgData name="Juan García Aguilar" userId="de58f566-0b32-41fd-9429-bd3351bd8169" providerId="ADAL" clId="{7B654E95-A400-4268-925E-90936F628646}" dt="2023-10-04T03:10:07.461" v="7905" actId="113"/>
        <pc:sldMkLst>
          <pc:docMk/>
          <pc:sldMk cId="3565079312" sldId="291"/>
        </pc:sldMkLst>
        <pc:spChg chg="mod">
          <ac:chgData name="Juan García Aguilar" userId="de58f566-0b32-41fd-9429-bd3351bd8169" providerId="ADAL" clId="{7B654E95-A400-4268-925E-90936F628646}" dt="2023-10-04T03:10:07.461" v="7905" actId="113"/>
          <ac:spMkLst>
            <pc:docMk/>
            <pc:sldMk cId="3565079312" sldId="291"/>
            <ac:spMk id="4" creationId="{BEBEF779-D925-BCDC-77F0-73A838617DDD}"/>
          </ac:spMkLst>
        </pc:spChg>
      </pc:sldChg>
      <pc:sldChg chg="add del">
        <pc:chgData name="Juan García Aguilar" userId="de58f566-0b32-41fd-9429-bd3351bd8169" providerId="ADAL" clId="{7B654E95-A400-4268-925E-90936F628646}" dt="2023-10-04T03:10:17.013" v="7906" actId="2696"/>
        <pc:sldMkLst>
          <pc:docMk/>
          <pc:sldMk cId="633232939" sldId="292"/>
        </pc:sldMkLst>
      </pc:sldChg>
      <pc:sldChg chg="modSp add mod">
        <pc:chgData name="Juan García Aguilar" userId="de58f566-0b32-41fd-9429-bd3351bd8169" providerId="ADAL" clId="{7B654E95-A400-4268-925E-90936F628646}" dt="2023-10-04T03:10:25.501" v="7908" actId="113"/>
        <pc:sldMkLst>
          <pc:docMk/>
          <pc:sldMk cId="501157758" sldId="293"/>
        </pc:sldMkLst>
        <pc:spChg chg="mod">
          <ac:chgData name="Juan García Aguilar" userId="de58f566-0b32-41fd-9429-bd3351bd8169" providerId="ADAL" clId="{7B654E95-A400-4268-925E-90936F628646}" dt="2023-10-04T03:10:25.501" v="7908" actId="113"/>
          <ac:spMkLst>
            <pc:docMk/>
            <pc:sldMk cId="501157758" sldId="293"/>
            <ac:spMk id="4" creationId="{BEBEF779-D925-BCDC-77F0-73A838617DDD}"/>
          </ac:spMkLst>
        </pc:spChg>
      </pc:sldChg>
      <pc:sldChg chg="addSp modSp add mod">
        <pc:chgData name="Juan García Aguilar" userId="de58f566-0b32-41fd-9429-bd3351bd8169" providerId="ADAL" clId="{7B654E95-A400-4268-925E-90936F628646}" dt="2023-10-03T08:17:08.852" v="7638" actId="692"/>
        <pc:sldMkLst>
          <pc:docMk/>
          <pc:sldMk cId="1156572298" sldId="294"/>
        </pc:sldMkLst>
        <pc:spChg chg="mod">
          <ac:chgData name="Juan García Aguilar" userId="de58f566-0b32-41fd-9429-bd3351bd8169" providerId="ADAL" clId="{7B654E95-A400-4268-925E-90936F628646}" dt="2023-10-03T08:16:03.971" v="7610" actId="20577"/>
          <ac:spMkLst>
            <pc:docMk/>
            <pc:sldMk cId="1156572298" sldId="294"/>
            <ac:spMk id="4" creationId="{BEBEF779-D925-BCDC-77F0-73A838617DDD}"/>
          </ac:spMkLst>
        </pc:spChg>
        <pc:picChg chg="add mod modCrop">
          <ac:chgData name="Juan García Aguilar" userId="de58f566-0b32-41fd-9429-bd3351bd8169" providerId="ADAL" clId="{7B654E95-A400-4268-925E-90936F628646}" dt="2023-10-03T08:17:08.852" v="7638" actId="692"/>
          <ac:picMkLst>
            <pc:docMk/>
            <pc:sldMk cId="1156572298" sldId="294"/>
            <ac:picMk id="5" creationId="{9E45F018-BD61-9911-1B73-C29A1F8F0E0F}"/>
          </ac:picMkLst>
        </pc:picChg>
      </pc:sldChg>
      <pc:sldChg chg="addSp delSp modSp add mod">
        <pc:chgData name="Juan García Aguilar" userId="de58f566-0b32-41fd-9429-bd3351bd8169" providerId="ADAL" clId="{7B654E95-A400-4268-925E-90936F628646}" dt="2023-10-13T09:54:31.051" v="14132" actId="20577"/>
        <pc:sldMkLst>
          <pc:docMk/>
          <pc:sldMk cId="2913284352" sldId="295"/>
        </pc:sldMkLst>
        <pc:spChg chg="add del mod">
          <ac:chgData name="Juan García Aguilar" userId="de58f566-0b32-41fd-9429-bd3351bd8169" providerId="ADAL" clId="{7B654E95-A400-4268-925E-90936F628646}" dt="2023-10-09T11:00:19.978" v="11893" actId="478"/>
          <ac:spMkLst>
            <pc:docMk/>
            <pc:sldMk cId="2913284352" sldId="295"/>
            <ac:spMk id="3" creationId="{0A93418D-4182-BDC4-3B26-E857EEFB30C8}"/>
          </ac:spMkLst>
        </pc:spChg>
        <pc:spChg chg="del">
          <ac:chgData name="Juan García Aguilar" userId="de58f566-0b32-41fd-9429-bd3351bd8169" providerId="ADAL" clId="{7B654E95-A400-4268-925E-90936F628646}" dt="2023-10-03T08:18:57.568" v="7640" actId="478"/>
          <ac:spMkLst>
            <pc:docMk/>
            <pc:sldMk cId="2913284352" sldId="295"/>
            <ac:spMk id="4" creationId="{BEBEF779-D925-BCDC-77F0-73A838617DDD}"/>
          </ac:spMkLst>
        </pc:spChg>
        <pc:spChg chg="add del">
          <ac:chgData name="Juan García Aguilar" userId="de58f566-0b32-41fd-9429-bd3351bd8169" providerId="ADAL" clId="{7B654E95-A400-4268-925E-90936F628646}" dt="2023-10-03T08:19:03.238" v="7643" actId="22"/>
          <ac:spMkLst>
            <pc:docMk/>
            <pc:sldMk cId="2913284352" sldId="295"/>
            <ac:spMk id="6" creationId="{9B2F17F4-96A5-ABC2-C080-47A8F5203978}"/>
          </ac:spMkLst>
        </pc:spChg>
        <pc:spChg chg="add mod">
          <ac:chgData name="Juan García Aguilar" userId="de58f566-0b32-41fd-9429-bd3351bd8169" providerId="ADAL" clId="{7B654E95-A400-4268-925E-90936F628646}" dt="2023-10-13T09:54:31.051" v="14132" actId="20577"/>
          <ac:spMkLst>
            <pc:docMk/>
            <pc:sldMk cId="2913284352" sldId="295"/>
            <ac:spMk id="8" creationId="{E7A722B7-6FCF-8D1C-B80C-5614BD96F4BE}"/>
          </ac:spMkLst>
        </pc:spChg>
        <pc:picChg chg="del">
          <ac:chgData name="Juan García Aguilar" userId="de58f566-0b32-41fd-9429-bd3351bd8169" providerId="ADAL" clId="{7B654E95-A400-4268-925E-90936F628646}" dt="2023-10-03T08:18:59.302" v="7641" actId="478"/>
          <ac:picMkLst>
            <pc:docMk/>
            <pc:sldMk cId="2913284352" sldId="295"/>
            <ac:picMk id="5" creationId="{9E45F018-BD61-9911-1B73-C29A1F8F0E0F}"/>
          </ac:picMkLst>
        </pc:picChg>
      </pc:sldChg>
      <pc:sldChg chg="addSp modSp add mod">
        <pc:chgData name="Juan García Aguilar" userId="de58f566-0b32-41fd-9429-bd3351bd8169" providerId="ADAL" clId="{7B654E95-A400-4268-925E-90936F628646}" dt="2023-10-05T11:45:08.307" v="9463" actId="692"/>
        <pc:sldMkLst>
          <pc:docMk/>
          <pc:sldMk cId="2324738801" sldId="296"/>
        </pc:sldMkLst>
        <pc:spChg chg="mod">
          <ac:chgData name="Juan García Aguilar" userId="de58f566-0b32-41fd-9429-bd3351bd8169" providerId="ADAL" clId="{7B654E95-A400-4268-925E-90936F628646}" dt="2023-10-03T08:42:11.329" v="7778" actId="20577"/>
          <ac:spMkLst>
            <pc:docMk/>
            <pc:sldMk cId="2324738801" sldId="296"/>
            <ac:spMk id="8" creationId="{E7A722B7-6FCF-8D1C-B80C-5614BD96F4BE}"/>
          </ac:spMkLst>
        </pc:spChg>
        <pc:picChg chg="add mod">
          <ac:chgData name="Juan García Aguilar" userId="de58f566-0b32-41fd-9429-bd3351bd8169" providerId="ADAL" clId="{7B654E95-A400-4268-925E-90936F628646}" dt="2023-10-05T11:45:08.307" v="9463" actId="692"/>
          <ac:picMkLst>
            <pc:docMk/>
            <pc:sldMk cId="2324738801" sldId="296"/>
            <ac:picMk id="4" creationId="{FABB0DAF-F9AE-D7E3-AB64-0F5410CBA9F1}"/>
          </ac:picMkLst>
        </pc:picChg>
      </pc:sldChg>
      <pc:sldChg chg="addSp delSp modSp add mod">
        <pc:chgData name="Juan García Aguilar" userId="de58f566-0b32-41fd-9429-bd3351bd8169" providerId="ADAL" clId="{7B654E95-A400-4268-925E-90936F628646}" dt="2023-10-05T11:44:54.800" v="9462" actId="20577"/>
        <pc:sldMkLst>
          <pc:docMk/>
          <pc:sldMk cId="118135935" sldId="297"/>
        </pc:sldMkLst>
        <pc:spChg chg="add mod">
          <ac:chgData name="Juan García Aguilar" userId="de58f566-0b32-41fd-9429-bd3351bd8169" providerId="ADAL" clId="{7B654E95-A400-4268-925E-90936F628646}" dt="2023-10-05T11:44:54.800" v="9462" actId="20577"/>
          <ac:spMkLst>
            <pc:docMk/>
            <pc:sldMk cId="118135935" sldId="297"/>
            <ac:spMk id="3" creationId="{067DB174-E485-DA5F-BC85-8B165E2AFDEA}"/>
          </ac:spMkLst>
        </pc:spChg>
        <pc:spChg chg="del">
          <ac:chgData name="Juan García Aguilar" userId="de58f566-0b32-41fd-9429-bd3351bd8169" providerId="ADAL" clId="{7B654E95-A400-4268-925E-90936F628646}" dt="2023-10-04T03:14:55.134" v="7946" actId="478"/>
          <ac:spMkLst>
            <pc:docMk/>
            <pc:sldMk cId="118135935" sldId="297"/>
            <ac:spMk id="4" creationId="{BEBEF779-D925-BCDC-77F0-73A838617DDD}"/>
          </ac:spMkLst>
        </pc:spChg>
        <pc:picChg chg="del">
          <ac:chgData name="Juan García Aguilar" userId="de58f566-0b32-41fd-9429-bd3351bd8169" providerId="ADAL" clId="{7B654E95-A400-4268-925E-90936F628646}" dt="2023-10-04T03:14:55.868" v="7947" actId="478"/>
          <ac:picMkLst>
            <pc:docMk/>
            <pc:sldMk cId="118135935" sldId="297"/>
            <ac:picMk id="5" creationId="{9E45F018-BD61-9911-1B73-C29A1F8F0E0F}"/>
          </ac:picMkLst>
        </pc:picChg>
        <pc:picChg chg="add del mod">
          <ac:chgData name="Juan García Aguilar" userId="de58f566-0b32-41fd-9429-bd3351bd8169" providerId="ADAL" clId="{7B654E95-A400-4268-925E-90936F628646}" dt="2023-10-04T03:27:13.092" v="8225" actId="478"/>
          <ac:picMkLst>
            <pc:docMk/>
            <pc:sldMk cId="118135935" sldId="297"/>
            <ac:picMk id="7" creationId="{F0409CE2-EDE5-5DC9-8B8D-E7F3375ED6C5}"/>
          </ac:picMkLst>
        </pc:picChg>
        <pc:picChg chg="add mod">
          <ac:chgData name="Juan García Aguilar" userId="de58f566-0b32-41fd-9429-bd3351bd8169" providerId="ADAL" clId="{7B654E95-A400-4268-925E-90936F628646}" dt="2023-10-04T03:27:25.800" v="8231" actId="14100"/>
          <ac:picMkLst>
            <pc:docMk/>
            <pc:sldMk cId="118135935" sldId="297"/>
            <ac:picMk id="9" creationId="{4861B163-D37C-7292-D727-2E3D5C15995F}"/>
          </ac:picMkLst>
        </pc:picChg>
      </pc:sldChg>
      <pc:sldChg chg="addSp delSp modSp add mod">
        <pc:chgData name="Juan García Aguilar" userId="de58f566-0b32-41fd-9429-bd3351bd8169" providerId="ADAL" clId="{7B654E95-A400-4268-925E-90936F628646}" dt="2023-10-05T17:31:48.221" v="10771" actId="1076"/>
        <pc:sldMkLst>
          <pc:docMk/>
          <pc:sldMk cId="2727243247" sldId="298"/>
        </pc:sldMkLst>
        <pc:spChg chg="add mod">
          <ac:chgData name="Juan García Aguilar" userId="de58f566-0b32-41fd-9429-bd3351bd8169" providerId="ADAL" clId="{7B654E95-A400-4268-925E-90936F628646}" dt="2023-10-05T17:31:38.309" v="10768" actId="20577"/>
          <ac:spMkLst>
            <pc:docMk/>
            <pc:sldMk cId="2727243247" sldId="298"/>
            <ac:spMk id="4" creationId="{869AF4BA-8507-CC48-61C6-7E374C40D7C4}"/>
          </ac:spMkLst>
        </pc:spChg>
        <pc:spChg chg="add mod">
          <ac:chgData name="Juan García Aguilar" userId="de58f566-0b32-41fd-9429-bd3351bd8169" providerId="ADAL" clId="{7B654E95-A400-4268-925E-90936F628646}" dt="2023-10-05T17:31:48.221" v="10771" actId="1076"/>
          <ac:spMkLst>
            <pc:docMk/>
            <pc:sldMk cId="2727243247" sldId="298"/>
            <ac:spMk id="5" creationId="{41732759-8701-D9BA-CFBC-5C5EBD1BBD31}"/>
          </ac:spMkLst>
        </pc:spChg>
        <pc:spChg chg="del mod">
          <ac:chgData name="Juan García Aguilar" userId="de58f566-0b32-41fd-9429-bd3351bd8169" providerId="ADAL" clId="{7B654E95-A400-4268-925E-90936F628646}" dt="2023-10-05T17:24:19.735" v="10406" actId="478"/>
          <ac:spMkLst>
            <pc:docMk/>
            <pc:sldMk cId="2727243247" sldId="298"/>
            <ac:spMk id="6" creationId="{6CB32F80-E705-5BA2-CAD9-36D1C18D1FB5}"/>
          </ac:spMkLst>
        </pc:spChg>
      </pc:sldChg>
      <pc:sldChg chg="addSp modSp add mod">
        <pc:chgData name="Juan García Aguilar" userId="de58f566-0b32-41fd-9429-bd3351bd8169" providerId="ADAL" clId="{7B654E95-A400-4268-925E-90936F628646}" dt="2023-10-04T03:38:18.057" v="8552" actId="20577"/>
        <pc:sldMkLst>
          <pc:docMk/>
          <pc:sldMk cId="2326586926" sldId="299"/>
        </pc:sldMkLst>
        <pc:spChg chg="mod">
          <ac:chgData name="Juan García Aguilar" userId="de58f566-0b32-41fd-9429-bd3351bd8169" providerId="ADAL" clId="{7B654E95-A400-4268-925E-90936F628646}" dt="2023-10-04T03:38:18.057" v="8552" actId="20577"/>
          <ac:spMkLst>
            <pc:docMk/>
            <pc:sldMk cId="2326586926" sldId="299"/>
            <ac:spMk id="6" creationId="{6CB32F80-E705-5BA2-CAD9-36D1C18D1FB5}"/>
          </ac:spMkLst>
        </pc:spChg>
        <pc:picChg chg="add mod">
          <ac:chgData name="Juan García Aguilar" userId="de58f566-0b32-41fd-9429-bd3351bd8169" providerId="ADAL" clId="{7B654E95-A400-4268-925E-90936F628646}" dt="2023-10-04T03:35:50.400" v="8493" actId="692"/>
          <ac:picMkLst>
            <pc:docMk/>
            <pc:sldMk cId="2326586926" sldId="299"/>
            <ac:picMk id="4" creationId="{B618740F-20B4-6D01-37AB-89BB6253938A}"/>
          </ac:picMkLst>
        </pc:picChg>
      </pc:sldChg>
      <pc:sldChg chg="addSp modSp add mod">
        <pc:chgData name="Juan García Aguilar" userId="de58f566-0b32-41fd-9429-bd3351bd8169" providerId="ADAL" clId="{7B654E95-A400-4268-925E-90936F628646}" dt="2023-10-04T03:40:46.622" v="8558" actId="1076"/>
        <pc:sldMkLst>
          <pc:docMk/>
          <pc:sldMk cId="4187681706" sldId="300"/>
        </pc:sldMkLst>
        <pc:spChg chg="mod">
          <ac:chgData name="Juan García Aguilar" userId="de58f566-0b32-41fd-9429-bd3351bd8169" providerId="ADAL" clId="{7B654E95-A400-4268-925E-90936F628646}" dt="2023-10-04T03:38:27.191" v="8554" actId="20577"/>
          <ac:spMkLst>
            <pc:docMk/>
            <pc:sldMk cId="4187681706" sldId="300"/>
            <ac:spMk id="6" creationId="{6CB32F80-E705-5BA2-CAD9-36D1C18D1FB5}"/>
          </ac:spMkLst>
        </pc:spChg>
        <pc:picChg chg="add mod">
          <ac:chgData name="Juan García Aguilar" userId="de58f566-0b32-41fd-9429-bd3351bd8169" providerId="ADAL" clId="{7B654E95-A400-4268-925E-90936F628646}" dt="2023-10-04T03:40:46.622" v="8558" actId="1076"/>
          <ac:picMkLst>
            <pc:docMk/>
            <pc:sldMk cId="4187681706" sldId="300"/>
            <ac:picMk id="4" creationId="{52F9EFE0-38A1-E8D0-BB46-1AC2DE2FF4BC}"/>
          </ac:picMkLst>
        </pc:picChg>
      </pc:sldChg>
      <pc:sldChg chg="addSp delSp modSp add mod">
        <pc:chgData name="Juan García Aguilar" userId="de58f566-0b32-41fd-9429-bd3351bd8169" providerId="ADAL" clId="{7B654E95-A400-4268-925E-90936F628646}" dt="2023-10-05T17:33:07.958" v="10772" actId="113"/>
        <pc:sldMkLst>
          <pc:docMk/>
          <pc:sldMk cId="2049401729" sldId="301"/>
        </pc:sldMkLst>
        <pc:spChg chg="add mod">
          <ac:chgData name="Juan García Aguilar" userId="de58f566-0b32-41fd-9429-bd3351bd8169" providerId="ADAL" clId="{7B654E95-A400-4268-925E-90936F628646}" dt="2023-10-05T08:19:51.370" v="9420" actId="1076"/>
          <ac:spMkLst>
            <pc:docMk/>
            <pc:sldMk cId="2049401729" sldId="301"/>
            <ac:spMk id="5" creationId="{ADD974AD-624F-A6EB-F990-2FACC3847404}"/>
          </ac:spMkLst>
        </pc:spChg>
        <pc:spChg chg="mod">
          <ac:chgData name="Juan García Aguilar" userId="de58f566-0b32-41fd-9429-bd3351bd8169" providerId="ADAL" clId="{7B654E95-A400-4268-925E-90936F628646}" dt="2023-10-05T17:33:07.958" v="10772" actId="113"/>
          <ac:spMkLst>
            <pc:docMk/>
            <pc:sldMk cId="2049401729" sldId="301"/>
            <ac:spMk id="8" creationId="{E7A722B7-6FCF-8D1C-B80C-5614BD96F4BE}"/>
          </ac:spMkLst>
        </pc:spChg>
        <pc:picChg chg="del">
          <ac:chgData name="Juan García Aguilar" userId="de58f566-0b32-41fd-9429-bd3351bd8169" providerId="ADAL" clId="{7B654E95-A400-4268-925E-90936F628646}" dt="2023-10-05T07:43:23.227" v="8637" actId="478"/>
          <ac:picMkLst>
            <pc:docMk/>
            <pc:sldMk cId="2049401729" sldId="301"/>
            <ac:picMk id="4" creationId="{FABB0DAF-F9AE-D7E3-AB64-0F5410CBA9F1}"/>
          </ac:picMkLst>
        </pc:picChg>
      </pc:sldChg>
      <pc:sldChg chg="modSp add mod ord">
        <pc:chgData name="Juan García Aguilar" userId="de58f566-0b32-41fd-9429-bd3351bd8169" providerId="ADAL" clId="{7B654E95-A400-4268-925E-90936F628646}" dt="2023-10-16T09:40:58.064" v="22937" actId="20577"/>
        <pc:sldMkLst>
          <pc:docMk/>
          <pc:sldMk cId="3924262873" sldId="302"/>
        </pc:sldMkLst>
        <pc:spChg chg="mod">
          <ac:chgData name="Juan García Aguilar" userId="de58f566-0b32-41fd-9429-bd3351bd8169" providerId="ADAL" clId="{7B654E95-A400-4268-925E-90936F628646}" dt="2023-10-16T09:40:58.064" v="22937" actId="20577"/>
          <ac:spMkLst>
            <pc:docMk/>
            <pc:sldMk cId="3924262873" sldId="302"/>
            <ac:spMk id="8" creationId="{E7A722B7-6FCF-8D1C-B80C-5614BD96F4BE}"/>
          </ac:spMkLst>
        </pc:spChg>
      </pc:sldChg>
      <pc:sldChg chg="delSp modSp add del mod">
        <pc:chgData name="Juan García Aguilar" userId="de58f566-0b32-41fd-9429-bd3351bd8169" providerId="ADAL" clId="{7B654E95-A400-4268-925E-90936F628646}" dt="2023-10-05T08:19:35.010" v="9411" actId="2696"/>
        <pc:sldMkLst>
          <pc:docMk/>
          <pc:sldMk cId="693534950" sldId="303"/>
        </pc:sldMkLst>
        <pc:spChg chg="del">
          <ac:chgData name="Juan García Aguilar" userId="de58f566-0b32-41fd-9429-bd3351bd8169" providerId="ADAL" clId="{7B654E95-A400-4268-925E-90936F628646}" dt="2023-10-05T08:13:19.364" v="9280" actId="478"/>
          <ac:spMkLst>
            <pc:docMk/>
            <pc:sldMk cId="693534950" sldId="303"/>
            <ac:spMk id="5" creationId="{ADD974AD-624F-A6EB-F990-2FACC3847404}"/>
          </ac:spMkLst>
        </pc:spChg>
        <pc:spChg chg="mod">
          <ac:chgData name="Juan García Aguilar" userId="de58f566-0b32-41fd-9429-bd3351bd8169" providerId="ADAL" clId="{7B654E95-A400-4268-925E-90936F628646}" dt="2023-10-05T08:14:12.156" v="9322" actId="5793"/>
          <ac:spMkLst>
            <pc:docMk/>
            <pc:sldMk cId="693534950" sldId="303"/>
            <ac:spMk id="8" creationId="{E7A722B7-6FCF-8D1C-B80C-5614BD96F4BE}"/>
          </ac:spMkLst>
        </pc:spChg>
      </pc:sldChg>
      <pc:sldChg chg="modSp add mod">
        <pc:chgData name="Juan García Aguilar" userId="de58f566-0b32-41fd-9429-bd3351bd8169" providerId="ADAL" clId="{7B654E95-A400-4268-925E-90936F628646}" dt="2023-10-19T06:21:17.838" v="23264" actId="113"/>
        <pc:sldMkLst>
          <pc:docMk/>
          <pc:sldMk cId="400961651" sldId="304"/>
        </pc:sldMkLst>
        <pc:spChg chg="mod">
          <ac:chgData name="Juan García Aguilar" userId="de58f566-0b32-41fd-9429-bd3351bd8169" providerId="ADAL" clId="{7B654E95-A400-4268-925E-90936F628646}" dt="2023-10-19T06:21:17.838" v="23264" actId="113"/>
          <ac:spMkLst>
            <pc:docMk/>
            <pc:sldMk cId="400961651" sldId="304"/>
            <ac:spMk id="8" creationId="{E7A722B7-6FCF-8D1C-B80C-5614BD96F4BE}"/>
          </ac:spMkLst>
        </pc:spChg>
      </pc:sldChg>
      <pc:sldChg chg="addSp delSp modSp add mod">
        <pc:chgData name="Juan García Aguilar" userId="de58f566-0b32-41fd-9429-bd3351bd8169" providerId="ADAL" clId="{7B654E95-A400-4268-925E-90936F628646}" dt="2023-10-16T09:41:24.993" v="22938" actId="20577"/>
        <pc:sldMkLst>
          <pc:docMk/>
          <pc:sldMk cId="2233232304" sldId="305"/>
        </pc:sldMkLst>
        <pc:spChg chg="mod">
          <ac:chgData name="Juan García Aguilar" userId="de58f566-0b32-41fd-9429-bd3351bd8169" providerId="ADAL" clId="{7B654E95-A400-4268-925E-90936F628646}" dt="2023-10-05T12:18:38.635" v="10018" actId="20577"/>
          <ac:spMkLst>
            <pc:docMk/>
            <pc:sldMk cId="2233232304" sldId="305"/>
            <ac:spMk id="2" creationId="{3DF019EC-9FAD-65C2-B0A2-DA6BEF38BC25}"/>
          </ac:spMkLst>
        </pc:spChg>
        <pc:spChg chg="add del mod">
          <ac:chgData name="Juan García Aguilar" userId="de58f566-0b32-41fd-9429-bd3351bd8169" providerId="ADAL" clId="{7B654E95-A400-4268-925E-90936F628646}" dt="2023-10-05T17:15:04.530" v="10194"/>
          <ac:spMkLst>
            <pc:docMk/>
            <pc:sldMk cId="2233232304" sldId="305"/>
            <ac:spMk id="3" creationId="{F31A7655-F1FE-8C1E-AB58-064255A7CAE5}"/>
          </ac:spMkLst>
        </pc:spChg>
        <pc:spChg chg="add mod">
          <ac:chgData name="Juan García Aguilar" userId="de58f566-0b32-41fd-9429-bd3351bd8169" providerId="ADAL" clId="{7B654E95-A400-4268-925E-90936F628646}" dt="2023-10-16T09:41:24.993" v="22938" actId="20577"/>
          <ac:spMkLst>
            <pc:docMk/>
            <pc:sldMk cId="2233232304" sldId="305"/>
            <ac:spMk id="4" creationId="{2B31A349-1AB5-7F7F-44C2-76D0130F9B5F}"/>
          </ac:spMkLst>
        </pc:spChg>
        <pc:spChg chg="mod">
          <ac:chgData name="Juan García Aguilar" userId="de58f566-0b32-41fd-9429-bd3351bd8169" providerId="ADAL" clId="{7B654E95-A400-4268-925E-90936F628646}" dt="2023-10-05T17:20:53.886" v="10404" actId="1076"/>
          <ac:spMkLst>
            <pc:docMk/>
            <pc:sldMk cId="2233232304" sldId="305"/>
            <ac:spMk id="8" creationId="{E7A722B7-6FCF-8D1C-B80C-5614BD96F4BE}"/>
          </ac:spMkLst>
        </pc:spChg>
      </pc:sldChg>
      <pc:sldChg chg="addSp modSp add mod">
        <pc:chgData name="Juan García Aguilar" userId="de58f566-0b32-41fd-9429-bd3351bd8169" providerId="ADAL" clId="{7B654E95-A400-4268-925E-90936F628646}" dt="2023-10-05T17:13:52.548" v="10187" actId="20577"/>
        <pc:sldMkLst>
          <pc:docMk/>
          <pc:sldMk cId="221029901" sldId="306"/>
        </pc:sldMkLst>
        <pc:spChg chg="mod">
          <ac:chgData name="Juan García Aguilar" userId="de58f566-0b32-41fd-9429-bd3351bd8169" providerId="ADAL" clId="{7B654E95-A400-4268-925E-90936F628646}" dt="2023-10-05T17:13:52.548" v="10187" actId="20577"/>
          <ac:spMkLst>
            <pc:docMk/>
            <pc:sldMk cId="221029901" sldId="306"/>
            <ac:spMk id="8" creationId="{E7A722B7-6FCF-8D1C-B80C-5614BD96F4BE}"/>
          </ac:spMkLst>
        </pc:spChg>
        <pc:picChg chg="add mod">
          <ac:chgData name="Juan García Aguilar" userId="de58f566-0b32-41fd-9429-bd3351bd8169" providerId="ADAL" clId="{7B654E95-A400-4268-925E-90936F628646}" dt="2023-10-05T12:18:08.311" v="10011" actId="692"/>
          <ac:picMkLst>
            <pc:docMk/>
            <pc:sldMk cId="221029901" sldId="306"/>
            <ac:picMk id="4" creationId="{BD0A3491-6940-B1D0-2FBC-DD74FBE6C0AF}"/>
          </ac:picMkLst>
        </pc:picChg>
      </pc:sldChg>
      <pc:sldChg chg="addSp modSp add mod">
        <pc:chgData name="Juan García Aguilar" userId="de58f566-0b32-41fd-9429-bd3351bd8169" providerId="ADAL" clId="{7B654E95-A400-4268-925E-90936F628646}" dt="2023-10-05T17:27:16.104" v="10467" actId="692"/>
        <pc:sldMkLst>
          <pc:docMk/>
          <pc:sldMk cId="2723313685" sldId="307"/>
        </pc:sldMkLst>
        <pc:spChg chg="mod">
          <ac:chgData name="Juan García Aguilar" userId="de58f566-0b32-41fd-9429-bd3351bd8169" providerId="ADAL" clId="{7B654E95-A400-4268-925E-90936F628646}" dt="2023-10-05T17:26:59.983" v="10462" actId="20577"/>
          <ac:spMkLst>
            <pc:docMk/>
            <pc:sldMk cId="2723313685" sldId="307"/>
            <ac:spMk id="4" creationId="{869AF4BA-8507-CC48-61C6-7E374C40D7C4}"/>
          </ac:spMkLst>
        </pc:spChg>
        <pc:picChg chg="add mod">
          <ac:chgData name="Juan García Aguilar" userId="de58f566-0b32-41fd-9429-bd3351bd8169" providerId="ADAL" clId="{7B654E95-A400-4268-925E-90936F628646}" dt="2023-10-05T17:27:16.104" v="10467" actId="692"/>
          <ac:picMkLst>
            <pc:docMk/>
            <pc:sldMk cId="2723313685" sldId="307"/>
            <ac:picMk id="5" creationId="{75C3299D-9B23-6842-BFD1-FCF6329F580B}"/>
          </ac:picMkLst>
        </pc:picChg>
      </pc:sldChg>
      <pc:sldChg chg="addSp delSp modSp add mod">
        <pc:chgData name="Juan García Aguilar" userId="de58f566-0b32-41fd-9429-bd3351bd8169" providerId="ADAL" clId="{7B654E95-A400-4268-925E-90936F628646}" dt="2023-10-05T17:40:38.171" v="11238" actId="1076"/>
        <pc:sldMkLst>
          <pc:docMk/>
          <pc:sldMk cId="1489257536" sldId="308"/>
        </pc:sldMkLst>
        <pc:spChg chg="mod">
          <ac:chgData name="Juan García Aguilar" userId="de58f566-0b32-41fd-9429-bd3351bd8169" providerId="ADAL" clId="{7B654E95-A400-4268-925E-90936F628646}" dt="2023-10-05T17:40:34.829" v="11237" actId="113"/>
          <ac:spMkLst>
            <pc:docMk/>
            <pc:sldMk cId="1489257536" sldId="308"/>
            <ac:spMk id="3" creationId="{B0553D80-D295-112C-410B-DDBEE45D8BA3}"/>
          </ac:spMkLst>
        </pc:spChg>
        <pc:spChg chg="del mod">
          <ac:chgData name="Juan García Aguilar" userId="de58f566-0b32-41fd-9429-bd3351bd8169" providerId="ADAL" clId="{7B654E95-A400-4268-925E-90936F628646}" dt="2023-10-05T17:33:45.143" v="10775" actId="478"/>
          <ac:spMkLst>
            <pc:docMk/>
            <pc:sldMk cId="1489257536" sldId="308"/>
            <ac:spMk id="4" creationId="{26A7C2A2-8C21-EFF4-290A-5B7B04A1E6BA}"/>
          </ac:spMkLst>
        </pc:spChg>
        <pc:spChg chg="add mod">
          <ac:chgData name="Juan García Aguilar" userId="de58f566-0b32-41fd-9429-bd3351bd8169" providerId="ADAL" clId="{7B654E95-A400-4268-925E-90936F628646}" dt="2023-10-05T17:40:38.171" v="11238" actId="1076"/>
          <ac:spMkLst>
            <pc:docMk/>
            <pc:sldMk cId="1489257536" sldId="308"/>
            <ac:spMk id="6" creationId="{FF377CA9-D3A5-5DCF-8BC3-1DEE8A1C4F4E}"/>
          </ac:spMkLst>
        </pc:spChg>
      </pc:sldChg>
      <pc:sldChg chg="addSp delSp modSp add del mod">
        <pc:chgData name="Juan García Aguilar" userId="de58f566-0b32-41fd-9429-bd3351bd8169" providerId="ADAL" clId="{7B654E95-A400-4268-925E-90936F628646}" dt="2023-10-13T10:16:29.186" v="15354" actId="2696"/>
        <pc:sldMkLst>
          <pc:docMk/>
          <pc:sldMk cId="3662426732" sldId="309"/>
        </pc:sldMkLst>
        <pc:spChg chg="mod">
          <ac:chgData name="Juan García Aguilar" userId="de58f566-0b32-41fd-9429-bd3351bd8169" providerId="ADAL" clId="{7B654E95-A400-4268-925E-90936F628646}" dt="2023-10-05T17:56:22.554" v="11794" actId="113"/>
          <ac:spMkLst>
            <pc:docMk/>
            <pc:sldMk cId="3662426732" sldId="309"/>
            <ac:spMk id="3" creationId="{B0553D80-D295-112C-410B-DDBEE45D8BA3}"/>
          </ac:spMkLst>
        </pc:spChg>
        <pc:spChg chg="add del">
          <ac:chgData name="Juan García Aguilar" userId="de58f566-0b32-41fd-9429-bd3351bd8169" providerId="ADAL" clId="{7B654E95-A400-4268-925E-90936F628646}" dt="2023-10-05T17:49:49.226" v="11400"/>
          <ac:spMkLst>
            <pc:docMk/>
            <pc:sldMk cId="3662426732" sldId="309"/>
            <ac:spMk id="4" creationId="{CF915F5A-3305-AC05-6B04-823E880557B8}"/>
          </ac:spMkLst>
        </pc:spChg>
        <pc:spChg chg="add del">
          <ac:chgData name="Juan García Aguilar" userId="de58f566-0b32-41fd-9429-bd3351bd8169" providerId="ADAL" clId="{7B654E95-A400-4268-925E-90936F628646}" dt="2023-10-05T17:49:52.285" v="11404"/>
          <ac:spMkLst>
            <pc:docMk/>
            <pc:sldMk cId="3662426732" sldId="309"/>
            <ac:spMk id="5" creationId="{0CD40070-F3C9-1673-EB7B-9E024BC9D5A3}"/>
          </ac:spMkLst>
        </pc:spChg>
        <pc:spChg chg="del">
          <ac:chgData name="Juan García Aguilar" userId="de58f566-0b32-41fd-9429-bd3351bd8169" providerId="ADAL" clId="{7B654E95-A400-4268-925E-90936F628646}" dt="2023-10-05T17:47:08.986" v="11240" actId="478"/>
          <ac:spMkLst>
            <pc:docMk/>
            <pc:sldMk cId="3662426732" sldId="309"/>
            <ac:spMk id="6" creationId="{FF377CA9-D3A5-5DCF-8BC3-1DEE8A1C4F4E}"/>
          </ac:spMkLst>
        </pc:spChg>
      </pc:sldChg>
      <pc:sldChg chg="new add del">
        <pc:chgData name="Juan García Aguilar" userId="de58f566-0b32-41fd-9429-bd3351bd8169" providerId="ADAL" clId="{7B654E95-A400-4268-925E-90936F628646}" dt="2023-10-05T17:56:08.572" v="11792" actId="680"/>
        <pc:sldMkLst>
          <pc:docMk/>
          <pc:sldMk cId="705497387" sldId="310"/>
        </pc:sldMkLst>
      </pc:sldChg>
      <pc:sldChg chg="modSp add del mod">
        <pc:chgData name="Juan García Aguilar" userId="de58f566-0b32-41fd-9429-bd3351bd8169" providerId="ADAL" clId="{7B654E95-A400-4268-925E-90936F628646}" dt="2023-10-05T18:04:50.907" v="11850" actId="2696"/>
        <pc:sldMkLst>
          <pc:docMk/>
          <pc:sldMk cId="960175982" sldId="310"/>
        </pc:sldMkLst>
        <pc:spChg chg="mod">
          <ac:chgData name="Juan García Aguilar" userId="de58f566-0b32-41fd-9429-bd3351bd8169" providerId="ADAL" clId="{7B654E95-A400-4268-925E-90936F628646}" dt="2023-10-05T18:04:45.309" v="11849" actId="20577"/>
          <ac:spMkLst>
            <pc:docMk/>
            <pc:sldMk cId="960175982" sldId="310"/>
            <ac:spMk id="3" creationId="{B0553D80-D295-112C-410B-DDBEE45D8BA3}"/>
          </ac:spMkLst>
        </pc:spChg>
      </pc:sldChg>
      <pc:sldChg chg="addSp delSp modSp mod">
        <pc:chgData name="Juan García Aguilar" userId="de58f566-0b32-41fd-9429-bd3351bd8169" providerId="ADAL" clId="{7B654E95-A400-4268-925E-90936F628646}" dt="2023-10-13T11:05:16.853" v="17832" actId="20577"/>
        <pc:sldMkLst>
          <pc:docMk/>
          <pc:sldMk cId="4292377510" sldId="310"/>
        </pc:sldMkLst>
        <pc:spChg chg="del">
          <ac:chgData name="Juan García Aguilar" userId="de58f566-0b32-41fd-9429-bd3351bd8169" providerId="ADAL" clId="{7B654E95-A400-4268-925E-90936F628646}" dt="2023-10-13T10:26:51.754" v="15993" actId="478"/>
          <ac:spMkLst>
            <pc:docMk/>
            <pc:sldMk cId="4292377510" sldId="310"/>
            <ac:spMk id="3" creationId="{2CB08450-C6D1-50CE-1AA9-409643E168B9}"/>
          </ac:spMkLst>
        </pc:spChg>
        <pc:spChg chg="add mod">
          <ac:chgData name="Juan García Aguilar" userId="de58f566-0b32-41fd-9429-bd3351bd8169" providerId="ADAL" clId="{7B654E95-A400-4268-925E-90936F628646}" dt="2023-10-13T11:05:16.853" v="17832" actId="20577"/>
          <ac:spMkLst>
            <pc:docMk/>
            <pc:sldMk cId="4292377510" sldId="310"/>
            <ac:spMk id="4" creationId="{3F375272-600B-032B-ADE2-67E1E5969D56}"/>
          </ac:spMkLst>
        </pc:spChg>
        <pc:picChg chg="add mod">
          <ac:chgData name="Juan García Aguilar" userId="de58f566-0b32-41fd-9429-bd3351bd8169" providerId="ADAL" clId="{7B654E95-A400-4268-925E-90936F628646}" dt="2023-10-13T10:27:14.415" v="16035" actId="1076"/>
          <ac:picMkLst>
            <pc:docMk/>
            <pc:sldMk cId="4292377510" sldId="310"/>
            <ac:picMk id="6" creationId="{18572498-A83B-3B9D-CF78-C90B0D862527}"/>
          </ac:picMkLst>
        </pc:picChg>
      </pc:sldChg>
      <pc:sldChg chg="del">
        <pc:chgData name="Juan García Aguilar" userId="de58f566-0b32-41fd-9429-bd3351bd8169" providerId="ADAL" clId="{7B654E95-A400-4268-925E-90936F628646}" dt="2023-10-13T11:03:17.685" v="17579" actId="2696"/>
        <pc:sldMkLst>
          <pc:docMk/>
          <pc:sldMk cId="946534264" sldId="311"/>
        </pc:sldMkLst>
      </pc:sldChg>
      <pc:sldChg chg="addSp delSp modSp mod ord">
        <pc:chgData name="Juan García Aguilar" userId="de58f566-0b32-41fd-9429-bd3351bd8169" providerId="ADAL" clId="{7B654E95-A400-4268-925E-90936F628646}" dt="2023-10-16T09:44:37.639" v="23037" actId="113"/>
        <pc:sldMkLst>
          <pc:docMk/>
          <pc:sldMk cId="3159253194" sldId="312"/>
        </pc:sldMkLst>
        <pc:spChg chg="del mod">
          <ac:chgData name="Juan García Aguilar" userId="de58f566-0b32-41fd-9429-bd3351bd8169" providerId="ADAL" clId="{7B654E95-A400-4268-925E-90936F628646}" dt="2023-10-13T10:43:33.264" v="16713" actId="478"/>
          <ac:spMkLst>
            <pc:docMk/>
            <pc:sldMk cId="3159253194" sldId="312"/>
            <ac:spMk id="3" creationId="{2CB08450-C6D1-50CE-1AA9-409643E168B9}"/>
          </ac:spMkLst>
        </pc:spChg>
        <pc:spChg chg="add mod">
          <ac:chgData name="Juan García Aguilar" userId="de58f566-0b32-41fd-9429-bd3351bd8169" providerId="ADAL" clId="{7B654E95-A400-4268-925E-90936F628646}" dt="2023-10-16T09:44:37.639" v="23037" actId="113"/>
          <ac:spMkLst>
            <pc:docMk/>
            <pc:sldMk cId="3159253194" sldId="312"/>
            <ac:spMk id="4" creationId="{B8D4BE28-0074-F83E-197F-D8BA8E27FFE5}"/>
          </ac:spMkLst>
        </pc:spChg>
      </pc:sldChg>
      <pc:sldChg chg="addSp delSp modSp add mod">
        <pc:chgData name="Juan García Aguilar" userId="de58f566-0b32-41fd-9429-bd3351bd8169" providerId="ADAL" clId="{7B654E95-A400-4268-925E-90936F628646}" dt="2023-10-24T11:25:05.777" v="23456" actId="20577"/>
        <pc:sldMkLst>
          <pc:docMk/>
          <pc:sldMk cId="486974499" sldId="313"/>
        </pc:sldMkLst>
        <pc:spChg chg="mod">
          <ac:chgData name="Juan García Aguilar" userId="de58f566-0b32-41fd-9429-bd3351bd8169" providerId="ADAL" clId="{7B654E95-A400-4268-925E-90936F628646}" dt="2023-10-13T09:45:54.294" v="13695" actId="20577"/>
          <ac:spMkLst>
            <pc:docMk/>
            <pc:sldMk cId="486974499" sldId="313"/>
            <ac:spMk id="2" creationId="{3DF019EC-9FAD-65C2-B0A2-DA6BEF38BC25}"/>
          </ac:spMkLst>
        </pc:spChg>
        <pc:spChg chg="add mod">
          <ac:chgData name="Juan García Aguilar" userId="de58f566-0b32-41fd-9429-bd3351bd8169" providerId="ADAL" clId="{7B654E95-A400-4268-925E-90936F628646}" dt="2023-10-24T11:25:05.777" v="23456" actId="20577"/>
          <ac:spMkLst>
            <pc:docMk/>
            <pc:sldMk cId="486974499" sldId="313"/>
            <ac:spMk id="3" creationId="{72F04810-39AA-E13F-56D8-1203FF791CD7}"/>
          </ac:spMkLst>
        </pc:spChg>
        <pc:spChg chg="del">
          <ac:chgData name="Juan García Aguilar" userId="de58f566-0b32-41fd-9429-bd3351bd8169" providerId="ADAL" clId="{7B654E95-A400-4268-925E-90936F628646}" dt="2023-10-13T09:08:56.544" v="12058" actId="478"/>
          <ac:spMkLst>
            <pc:docMk/>
            <pc:sldMk cId="486974499" sldId="313"/>
            <ac:spMk id="4" creationId="{3613B720-DB1B-1F59-EA9A-F68857F0E089}"/>
          </ac:spMkLst>
        </pc:spChg>
      </pc:sldChg>
      <pc:sldChg chg="addSp delSp modSp add mod">
        <pc:chgData name="Juan García Aguilar" userId="de58f566-0b32-41fd-9429-bd3351bd8169" providerId="ADAL" clId="{7B654E95-A400-4268-925E-90936F628646}" dt="2023-10-13T09:25:05.747" v="12916" actId="1076"/>
        <pc:sldMkLst>
          <pc:docMk/>
          <pc:sldMk cId="1721735972" sldId="314"/>
        </pc:sldMkLst>
        <pc:spChg chg="mod">
          <ac:chgData name="Juan García Aguilar" userId="de58f566-0b32-41fd-9429-bd3351bd8169" providerId="ADAL" clId="{7B654E95-A400-4268-925E-90936F628646}" dt="2023-10-13T09:25:03.228" v="12914" actId="20577"/>
          <ac:spMkLst>
            <pc:docMk/>
            <pc:sldMk cId="1721735972" sldId="314"/>
            <ac:spMk id="3" creationId="{6DFE2E48-6082-E276-8715-7B65622883AC}"/>
          </ac:spMkLst>
        </pc:spChg>
        <pc:spChg chg="del mod">
          <ac:chgData name="Juan García Aguilar" userId="de58f566-0b32-41fd-9429-bd3351bd8169" providerId="ADAL" clId="{7B654E95-A400-4268-925E-90936F628646}" dt="2023-10-13T09:15:16.602" v="12532" actId="478"/>
          <ac:spMkLst>
            <pc:docMk/>
            <pc:sldMk cId="1721735972" sldId="314"/>
            <ac:spMk id="6" creationId="{4C2DA8A4-5778-5573-7471-51953C11B66D}"/>
          </ac:spMkLst>
        </pc:spChg>
        <pc:picChg chg="del">
          <ac:chgData name="Juan García Aguilar" userId="de58f566-0b32-41fd-9429-bd3351bd8169" providerId="ADAL" clId="{7B654E95-A400-4268-925E-90936F628646}" dt="2023-10-13T09:15:08.434" v="12530" actId="478"/>
          <ac:picMkLst>
            <pc:docMk/>
            <pc:sldMk cId="1721735972" sldId="314"/>
            <ac:picMk id="5" creationId="{2E5FA65B-CEEB-AB6B-997F-C13F522238C4}"/>
          </ac:picMkLst>
        </pc:picChg>
        <pc:picChg chg="add mod">
          <ac:chgData name="Juan García Aguilar" userId="de58f566-0b32-41fd-9429-bd3351bd8169" providerId="ADAL" clId="{7B654E95-A400-4268-925E-90936F628646}" dt="2023-10-13T09:25:05.747" v="12916" actId="1076"/>
          <ac:picMkLst>
            <pc:docMk/>
            <pc:sldMk cId="1721735972" sldId="314"/>
            <ac:picMk id="9" creationId="{50466B1D-E79F-2EB0-5491-5B3903FB71CC}"/>
          </ac:picMkLst>
        </pc:picChg>
        <pc:inkChg chg="del">
          <ac:chgData name="Juan García Aguilar" userId="de58f566-0b32-41fd-9429-bd3351bd8169" providerId="ADAL" clId="{7B654E95-A400-4268-925E-90936F628646}" dt="2023-10-13T09:15:19.589" v="12534" actId="478"/>
          <ac:inkMkLst>
            <pc:docMk/>
            <pc:sldMk cId="1721735972" sldId="314"/>
            <ac:inkMk id="4" creationId="{4ECD7912-5430-DC02-6227-80249B9AA473}"/>
          </ac:inkMkLst>
        </pc:inkChg>
        <pc:inkChg chg="del">
          <ac:chgData name="Juan García Aguilar" userId="de58f566-0b32-41fd-9429-bd3351bd8169" providerId="ADAL" clId="{7B654E95-A400-4268-925E-90936F628646}" dt="2023-10-13T09:15:18.270" v="12533" actId="478"/>
          <ac:inkMkLst>
            <pc:docMk/>
            <pc:sldMk cId="1721735972" sldId="314"/>
            <ac:inkMk id="7" creationId="{E0D952A4-D5F5-F944-9F12-F1DD714753B5}"/>
          </ac:inkMkLst>
        </pc:inkChg>
      </pc:sldChg>
      <pc:sldChg chg="modSp add mod">
        <pc:chgData name="Juan García Aguilar" userId="de58f566-0b32-41fd-9429-bd3351bd8169" providerId="ADAL" clId="{7B654E95-A400-4268-925E-90936F628646}" dt="2023-10-24T11:25:19.020" v="23458" actId="20577"/>
        <pc:sldMkLst>
          <pc:docMk/>
          <pc:sldMk cId="1346087675" sldId="315"/>
        </pc:sldMkLst>
        <pc:spChg chg="mod">
          <ac:chgData name="Juan García Aguilar" userId="de58f566-0b32-41fd-9429-bd3351bd8169" providerId="ADAL" clId="{7B654E95-A400-4268-925E-90936F628646}" dt="2023-10-13T09:46:10.211" v="13706" actId="20577"/>
          <ac:spMkLst>
            <pc:docMk/>
            <pc:sldMk cId="1346087675" sldId="315"/>
            <ac:spMk id="2" creationId="{3DF019EC-9FAD-65C2-B0A2-DA6BEF38BC25}"/>
          </ac:spMkLst>
        </pc:spChg>
        <pc:spChg chg="mod">
          <ac:chgData name="Juan García Aguilar" userId="de58f566-0b32-41fd-9429-bd3351bd8169" providerId="ADAL" clId="{7B654E95-A400-4268-925E-90936F628646}" dt="2023-10-24T11:25:19.020" v="23458" actId="20577"/>
          <ac:spMkLst>
            <pc:docMk/>
            <pc:sldMk cId="1346087675" sldId="315"/>
            <ac:spMk id="3" creationId="{72F04810-39AA-E13F-56D8-1203FF791CD7}"/>
          </ac:spMkLst>
        </pc:spChg>
      </pc:sldChg>
      <pc:sldChg chg="modSp add mod">
        <pc:chgData name="Juan García Aguilar" userId="de58f566-0b32-41fd-9429-bd3351bd8169" providerId="ADAL" clId="{7B654E95-A400-4268-925E-90936F628646}" dt="2023-10-16T09:40:41.636" v="22935" actId="20577"/>
        <pc:sldMkLst>
          <pc:docMk/>
          <pc:sldMk cId="1416410108" sldId="316"/>
        </pc:sldMkLst>
        <pc:spChg chg="mod">
          <ac:chgData name="Juan García Aguilar" userId="de58f566-0b32-41fd-9429-bd3351bd8169" providerId="ADAL" clId="{7B654E95-A400-4268-925E-90936F628646}" dt="2023-10-16T09:40:41.636" v="22935" actId="20577"/>
          <ac:spMkLst>
            <pc:docMk/>
            <pc:sldMk cId="1416410108" sldId="316"/>
            <ac:spMk id="8" creationId="{E7A722B7-6FCF-8D1C-B80C-5614BD96F4BE}"/>
          </ac:spMkLst>
        </pc:spChg>
      </pc:sldChg>
      <pc:sldChg chg="add">
        <pc:chgData name="Juan García Aguilar" userId="de58f566-0b32-41fd-9429-bd3351bd8169" providerId="ADAL" clId="{7B654E95-A400-4268-925E-90936F628646}" dt="2023-10-13T10:16:17.637" v="15351" actId="2890"/>
        <pc:sldMkLst>
          <pc:docMk/>
          <pc:sldMk cId="1386540457" sldId="317"/>
        </pc:sldMkLst>
      </pc:sldChg>
      <pc:sldChg chg="modSp add mod">
        <pc:chgData name="Juan García Aguilar" userId="de58f566-0b32-41fd-9429-bd3351bd8169" providerId="ADAL" clId="{7B654E95-A400-4268-925E-90936F628646}" dt="2023-10-13T10:23:28.925" v="15939" actId="20577"/>
        <pc:sldMkLst>
          <pc:docMk/>
          <pc:sldMk cId="702476579" sldId="318"/>
        </pc:sldMkLst>
        <pc:spChg chg="mod">
          <ac:chgData name="Juan García Aguilar" userId="de58f566-0b32-41fd-9429-bd3351bd8169" providerId="ADAL" clId="{7B654E95-A400-4268-925E-90936F628646}" dt="2023-10-13T10:23:28.925" v="15939" actId="20577"/>
          <ac:spMkLst>
            <pc:docMk/>
            <pc:sldMk cId="702476579" sldId="318"/>
            <ac:spMk id="3" creationId="{B0553D80-D295-112C-410B-DDBEE45D8BA3}"/>
          </ac:spMkLst>
        </pc:spChg>
      </pc:sldChg>
      <pc:sldChg chg="addSp delSp modSp add mod">
        <pc:chgData name="Juan García Aguilar" userId="de58f566-0b32-41fd-9429-bd3351bd8169" providerId="ADAL" clId="{7B654E95-A400-4268-925E-90936F628646}" dt="2023-10-23T14:18:01.284" v="23381" actId="113"/>
        <pc:sldMkLst>
          <pc:docMk/>
          <pc:sldMk cId="1148928032" sldId="319"/>
        </pc:sldMkLst>
        <pc:spChg chg="add mod">
          <ac:chgData name="Juan García Aguilar" userId="de58f566-0b32-41fd-9429-bd3351bd8169" providerId="ADAL" clId="{7B654E95-A400-4268-925E-90936F628646}" dt="2023-10-23T14:16:38.802" v="23265" actId="1076"/>
          <ac:spMkLst>
            <pc:docMk/>
            <pc:sldMk cId="1148928032" sldId="319"/>
            <ac:spMk id="3" creationId="{1DA1C77F-70C9-8C75-3905-1521607AA816}"/>
          </ac:spMkLst>
        </pc:spChg>
        <pc:spChg chg="add mod">
          <ac:chgData name="Juan García Aguilar" userId="de58f566-0b32-41fd-9429-bd3351bd8169" providerId="ADAL" clId="{7B654E95-A400-4268-925E-90936F628646}" dt="2023-10-23T14:18:01.284" v="23381" actId="113"/>
          <ac:spMkLst>
            <pc:docMk/>
            <pc:sldMk cId="1148928032" sldId="319"/>
            <ac:spMk id="4" creationId="{4E2F7505-6073-EE5B-C4BC-7F9FEC87C854}"/>
          </ac:spMkLst>
        </pc:spChg>
        <pc:spChg chg="mod">
          <ac:chgData name="Juan García Aguilar" userId="de58f566-0b32-41fd-9429-bd3351bd8169" providerId="ADAL" clId="{7B654E95-A400-4268-925E-90936F628646}" dt="2023-10-13T10:41:05.590" v="16705" actId="20577"/>
          <ac:spMkLst>
            <pc:docMk/>
            <pc:sldMk cId="1148928032" sldId="319"/>
            <ac:spMk id="6" creationId="{6CB32F80-E705-5BA2-CAD9-36D1C18D1FB5}"/>
          </ac:spMkLst>
        </pc:spChg>
        <pc:picChg chg="del">
          <ac:chgData name="Juan García Aguilar" userId="de58f566-0b32-41fd-9429-bd3351bd8169" providerId="ADAL" clId="{7B654E95-A400-4268-925E-90936F628646}" dt="2023-10-13T10:34:17.899" v="16259" actId="478"/>
          <ac:picMkLst>
            <pc:docMk/>
            <pc:sldMk cId="1148928032" sldId="319"/>
            <ac:picMk id="4" creationId="{52F9EFE0-38A1-E8D0-BB46-1AC2DE2FF4BC}"/>
          </ac:picMkLst>
        </pc:picChg>
        <pc:picChg chg="add mod">
          <ac:chgData name="Juan García Aguilar" userId="de58f566-0b32-41fd-9429-bd3351bd8169" providerId="ADAL" clId="{7B654E95-A400-4268-925E-90936F628646}" dt="2023-10-13T10:42:31.934" v="16706" actId="692"/>
          <ac:picMkLst>
            <pc:docMk/>
            <pc:sldMk cId="1148928032" sldId="319"/>
            <ac:picMk id="7" creationId="{176C51F3-6704-DDE5-E704-8E8F643982CF}"/>
          </ac:picMkLst>
        </pc:picChg>
      </pc:sldChg>
      <pc:sldChg chg="modSp add mod">
        <pc:chgData name="Juan García Aguilar" userId="de58f566-0b32-41fd-9429-bd3351bd8169" providerId="ADAL" clId="{7B654E95-A400-4268-925E-90936F628646}" dt="2023-10-16T09:45:01.001" v="23044" actId="20577"/>
        <pc:sldMkLst>
          <pc:docMk/>
          <pc:sldMk cId="1979855770" sldId="320"/>
        </pc:sldMkLst>
        <pc:spChg chg="mod">
          <ac:chgData name="Juan García Aguilar" userId="de58f566-0b32-41fd-9429-bd3351bd8169" providerId="ADAL" clId="{7B654E95-A400-4268-925E-90936F628646}" dt="2023-10-16T09:45:01.001" v="23044" actId="20577"/>
          <ac:spMkLst>
            <pc:docMk/>
            <pc:sldMk cId="1979855770" sldId="320"/>
            <ac:spMk id="4" creationId="{B8D4BE28-0074-F83E-197F-D8BA8E27FFE5}"/>
          </ac:spMkLst>
        </pc:spChg>
      </pc:sldChg>
      <pc:sldChg chg="addSp delSp modSp add mod">
        <pc:chgData name="Juan García Aguilar" userId="de58f566-0b32-41fd-9429-bd3351bd8169" providerId="ADAL" clId="{7B654E95-A400-4268-925E-90936F628646}" dt="2023-10-13T11:18:56.774" v="18149" actId="14100"/>
        <pc:sldMkLst>
          <pc:docMk/>
          <pc:sldMk cId="124756538" sldId="321"/>
        </pc:sldMkLst>
        <pc:spChg chg="del mod">
          <ac:chgData name="Juan García Aguilar" userId="de58f566-0b32-41fd-9429-bd3351bd8169" providerId="ADAL" clId="{7B654E95-A400-4268-925E-90936F628646}" dt="2023-10-13T11:18:47.012" v="18147" actId="478"/>
          <ac:spMkLst>
            <pc:docMk/>
            <pc:sldMk cId="124756538" sldId="321"/>
            <ac:spMk id="4" creationId="{B8D4BE28-0074-F83E-197F-D8BA8E27FFE5}"/>
          </ac:spMkLst>
        </pc:spChg>
        <pc:picChg chg="add mod">
          <ac:chgData name="Juan García Aguilar" userId="de58f566-0b32-41fd-9429-bd3351bd8169" providerId="ADAL" clId="{7B654E95-A400-4268-925E-90936F628646}" dt="2023-10-13T11:18:56.774" v="18149" actId="14100"/>
          <ac:picMkLst>
            <pc:docMk/>
            <pc:sldMk cId="124756538" sldId="321"/>
            <ac:picMk id="5" creationId="{F7C601A7-386E-6DA7-3F89-A9CFDC6D88EA}"/>
          </ac:picMkLst>
        </pc:picChg>
      </pc:sldChg>
      <pc:sldChg chg="addSp delSp modSp add mod">
        <pc:chgData name="Juan García Aguilar" userId="de58f566-0b32-41fd-9429-bd3351bd8169" providerId="ADAL" clId="{7B654E95-A400-4268-925E-90936F628646}" dt="2023-10-16T07:02:11.529" v="20414" actId="1076"/>
        <pc:sldMkLst>
          <pc:docMk/>
          <pc:sldMk cId="1436681123" sldId="322"/>
        </pc:sldMkLst>
        <pc:spChg chg="mod">
          <ac:chgData name="Juan García Aguilar" userId="de58f566-0b32-41fd-9429-bd3351bd8169" providerId="ADAL" clId="{7B654E95-A400-4268-925E-90936F628646}" dt="2023-10-16T06:50:55.192" v="19598" actId="20577"/>
          <ac:spMkLst>
            <pc:docMk/>
            <pc:sldMk cId="1436681123" sldId="322"/>
            <ac:spMk id="2" creationId="{3DF019EC-9FAD-65C2-B0A2-DA6BEF38BC25}"/>
          </ac:spMkLst>
        </pc:spChg>
        <pc:spChg chg="add mod">
          <ac:chgData name="Juan García Aguilar" userId="de58f566-0b32-41fd-9429-bd3351bd8169" providerId="ADAL" clId="{7B654E95-A400-4268-925E-90936F628646}" dt="2023-10-16T07:01:47.568" v="20410" actId="1076"/>
          <ac:spMkLst>
            <pc:docMk/>
            <pc:sldMk cId="1436681123" sldId="322"/>
            <ac:spMk id="3" creationId="{4AC424A7-99A4-4B9E-DCB7-61DF786FADD0}"/>
          </ac:spMkLst>
        </pc:spChg>
        <pc:spChg chg="add mod">
          <ac:chgData name="Juan García Aguilar" userId="de58f566-0b32-41fd-9429-bd3351bd8169" providerId="ADAL" clId="{7B654E95-A400-4268-925E-90936F628646}" dt="2023-10-16T07:01:56.121" v="20412" actId="1076"/>
          <ac:spMkLst>
            <pc:docMk/>
            <pc:sldMk cId="1436681123" sldId="322"/>
            <ac:spMk id="4" creationId="{D143F6C8-5F0F-F034-D82E-219137C4E6C3}"/>
          </ac:spMkLst>
        </pc:spChg>
        <pc:spChg chg="add mod">
          <ac:chgData name="Juan García Aguilar" userId="de58f566-0b32-41fd-9429-bd3351bd8169" providerId="ADAL" clId="{7B654E95-A400-4268-925E-90936F628646}" dt="2023-10-16T07:01:56.121" v="20412" actId="1076"/>
          <ac:spMkLst>
            <pc:docMk/>
            <pc:sldMk cId="1436681123" sldId="322"/>
            <ac:spMk id="5" creationId="{4376CA30-F037-6535-5BEF-54568EC24E80}"/>
          </ac:spMkLst>
        </pc:spChg>
        <pc:spChg chg="del mod">
          <ac:chgData name="Juan García Aguilar" userId="de58f566-0b32-41fd-9429-bd3351bd8169" providerId="ADAL" clId="{7B654E95-A400-4268-925E-90936F628646}" dt="2023-10-16T06:51:01.010" v="19600" actId="478"/>
          <ac:spMkLst>
            <pc:docMk/>
            <pc:sldMk cId="1436681123" sldId="322"/>
            <ac:spMk id="6" creationId="{6CB32F80-E705-5BA2-CAD9-36D1C18D1FB5}"/>
          </ac:spMkLst>
        </pc:spChg>
        <pc:spChg chg="add mod">
          <ac:chgData name="Juan García Aguilar" userId="de58f566-0b32-41fd-9429-bd3351bd8169" providerId="ADAL" clId="{7B654E95-A400-4268-925E-90936F628646}" dt="2023-10-16T07:01:56.121" v="20412" actId="1076"/>
          <ac:spMkLst>
            <pc:docMk/>
            <pc:sldMk cId="1436681123" sldId="322"/>
            <ac:spMk id="7" creationId="{2F6E576F-6770-9102-6F29-5867BFA65D0F}"/>
          </ac:spMkLst>
        </pc:spChg>
        <pc:spChg chg="add mod">
          <ac:chgData name="Juan García Aguilar" userId="de58f566-0b32-41fd-9429-bd3351bd8169" providerId="ADAL" clId="{7B654E95-A400-4268-925E-90936F628646}" dt="2023-10-16T07:01:56.121" v="20412" actId="1076"/>
          <ac:spMkLst>
            <pc:docMk/>
            <pc:sldMk cId="1436681123" sldId="322"/>
            <ac:spMk id="8" creationId="{F3486404-026E-01FE-7705-FEAD2E890DDA}"/>
          </ac:spMkLst>
        </pc:spChg>
        <pc:spChg chg="add mod">
          <ac:chgData name="Juan García Aguilar" userId="de58f566-0b32-41fd-9429-bd3351bd8169" providerId="ADAL" clId="{7B654E95-A400-4268-925E-90936F628646}" dt="2023-10-16T07:02:11.529" v="20414" actId="1076"/>
          <ac:spMkLst>
            <pc:docMk/>
            <pc:sldMk cId="1436681123" sldId="322"/>
            <ac:spMk id="9" creationId="{D6749157-A326-E54C-BA30-E6CD31814D4E}"/>
          </ac:spMkLst>
        </pc:spChg>
        <pc:spChg chg="add mod">
          <ac:chgData name="Juan García Aguilar" userId="de58f566-0b32-41fd-9429-bd3351bd8169" providerId="ADAL" clId="{7B654E95-A400-4268-925E-90936F628646}" dt="2023-10-16T07:02:11.529" v="20414" actId="1076"/>
          <ac:spMkLst>
            <pc:docMk/>
            <pc:sldMk cId="1436681123" sldId="322"/>
            <ac:spMk id="10" creationId="{AE9D3DD8-8E84-8D4B-6B23-11632A4DE6F7}"/>
          </ac:spMkLst>
        </pc:spChg>
        <pc:spChg chg="add mod">
          <ac:chgData name="Juan García Aguilar" userId="de58f566-0b32-41fd-9429-bd3351bd8169" providerId="ADAL" clId="{7B654E95-A400-4268-925E-90936F628646}" dt="2023-10-16T07:02:11.529" v="20414" actId="1076"/>
          <ac:spMkLst>
            <pc:docMk/>
            <pc:sldMk cId="1436681123" sldId="322"/>
            <ac:spMk id="11" creationId="{8B1B6D15-8523-E9B8-CE5F-B519DE1522A0}"/>
          </ac:spMkLst>
        </pc:spChg>
        <pc:spChg chg="add mod">
          <ac:chgData name="Juan García Aguilar" userId="de58f566-0b32-41fd-9429-bd3351bd8169" providerId="ADAL" clId="{7B654E95-A400-4268-925E-90936F628646}" dt="2023-10-16T07:02:11.529" v="20414" actId="1076"/>
          <ac:spMkLst>
            <pc:docMk/>
            <pc:sldMk cId="1436681123" sldId="322"/>
            <ac:spMk id="12" creationId="{07BCEC37-4177-B2A6-F37D-DDD20FE43912}"/>
          </ac:spMkLst>
        </pc:spChg>
        <pc:spChg chg="add mod">
          <ac:chgData name="Juan García Aguilar" userId="de58f566-0b32-41fd-9429-bd3351bd8169" providerId="ADAL" clId="{7B654E95-A400-4268-925E-90936F628646}" dt="2023-10-16T07:02:11.529" v="20414" actId="1076"/>
          <ac:spMkLst>
            <pc:docMk/>
            <pc:sldMk cId="1436681123" sldId="322"/>
            <ac:spMk id="13" creationId="{EF6C2442-F3C4-A0AB-5A48-72A829AD62AB}"/>
          </ac:spMkLst>
        </pc:spChg>
        <pc:spChg chg="add mod">
          <ac:chgData name="Juan García Aguilar" userId="de58f566-0b32-41fd-9429-bd3351bd8169" providerId="ADAL" clId="{7B654E95-A400-4268-925E-90936F628646}" dt="2023-10-16T07:01:59.665" v="20413" actId="1076"/>
          <ac:spMkLst>
            <pc:docMk/>
            <pc:sldMk cId="1436681123" sldId="322"/>
            <ac:spMk id="14" creationId="{F9995804-3E75-6436-04DF-047052A7C293}"/>
          </ac:spMkLst>
        </pc:spChg>
        <pc:spChg chg="add mod">
          <ac:chgData name="Juan García Aguilar" userId="de58f566-0b32-41fd-9429-bd3351bd8169" providerId="ADAL" clId="{7B654E95-A400-4268-925E-90936F628646}" dt="2023-10-16T07:01:50.312" v="20411" actId="1076"/>
          <ac:spMkLst>
            <pc:docMk/>
            <pc:sldMk cId="1436681123" sldId="322"/>
            <ac:spMk id="15" creationId="{7F28FA94-82C9-0991-265F-36E76B32548A}"/>
          </ac:spMkLst>
        </pc:spChg>
      </pc:sldChg>
      <pc:sldChg chg="add del">
        <pc:chgData name="Juan García Aguilar" userId="de58f566-0b32-41fd-9429-bd3351bd8169" providerId="ADAL" clId="{7B654E95-A400-4268-925E-90936F628646}" dt="2023-10-16T09:45:28.529" v="23045" actId="2696"/>
        <pc:sldMkLst>
          <pc:docMk/>
          <pc:sldMk cId="3735982054" sldId="323"/>
        </pc:sldMkLst>
      </pc:sldChg>
      <pc:sldChg chg="addSp delSp modSp add mod">
        <pc:chgData name="Juan García Aguilar" userId="de58f566-0b32-41fd-9429-bd3351bd8169" providerId="ADAL" clId="{7B654E95-A400-4268-925E-90936F628646}" dt="2023-10-15T17:37:07.470" v="19582" actId="20577"/>
        <pc:sldMkLst>
          <pc:docMk/>
          <pc:sldMk cId="2715168904" sldId="324"/>
        </pc:sldMkLst>
        <pc:spChg chg="del">
          <ac:chgData name="Juan García Aguilar" userId="de58f566-0b32-41fd-9429-bd3351bd8169" providerId="ADAL" clId="{7B654E95-A400-4268-925E-90936F628646}" dt="2023-10-15T17:28:16.960" v="19038" actId="478"/>
          <ac:spMkLst>
            <pc:docMk/>
            <pc:sldMk cId="2715168904" sldId="324"/>
            <ac:spMk id="3" creationId="{D58C2043-DD53-19AD-3FF6-4EEA6A1F9485}"/>
          </ac:spMkLst>
        </pc:spChg>
        <pc:spChg chg="del">
          <ac:chgData name="Juan García Aguilar" userId="de58f566-0b32-41fd-9429-bd3351bd8169" providerId="ADAL" clId="{7B654E95-A400-4268-925E-90936F628646}" dt="2023-10-15T17:28:15.795" v="19037" actId="478"/>
          <ac:spMkLst>
            <pc:docMk/>
            <pc:sldMk cId="2715168904" sldId="324"/>
            <ac:spMk id="4" creationId="{86BAC996-839C-E2EB-C1C3-BF1B57C5D8FD}"/>
          </ac:spMkLst>
        </pc:spChg>
        <pc:spChg chg="add del mod">
          <ac:chgData name="Juan García Aguilar" userId="de58f566-0b32-41fd-9429-bd3351bd8169" providerId="ADAL" clId="{7B654E95-A400-4268-925E-90936F628646}" dt="2023-10-15T17:29:10.129" v="19042"/>
          <ac:spMkLst>
            <pc:docMk/>
            <pc:sldMk cId="2715168904" sldId="324"/>
            <ac:spMk id="5" creationId="{8F4625A9-920B-DD2E-B174-9F86A80A4055}"/>
          </ac:spMkLst>
        </pc:spChg>
        <pc:spChg chg="del">
          <ac:chgData name="Juan García Aguilar" userId="de58f566-0b32-41fd-9429-bd3351bd8169" providerId="ADAL" clId="{7B654E95-A400-4268-925E-90936F628646}" dt="2023-10-15T17:28:17.707" v="19039" actId="478"/>
          <ac:spMkLst>
            <pc:docMk/>
            <pc:sldMk cId="2715168904" sldId="324"/>
            <ac:spMk id="6" creationId="{6CB32F80-E705-5BA2-CAD9-36D1C18D1FB5}"/>
          </ac:spMkLst>
        </pc:spChg>
        <pc:spChg chg="add mod">
          <ac:chgData name="Juan García Aguilar" userId="de58f566-0b32-41fd-9429-bd3351bd8169" providerId="ADAL" clId="{7B654E95-A400-4268-925E-90936F628646}" dt="2023-10-15T17:37:07.470" v="19582" actId="20577"/>
          <ac:spMkLst>
            <pc:docMk/>
            <pc:sldMk cId="2715168904" sldId="324"/>
            <ac:spMk id="8" creationId="{86B12D60-C5AF-400C-4D32-DAC8DE612634}"/>
          </ac:spMkLst>
        </pc:spChg>
        <pc:picChg chg="del">
          <ac:chgData name="Juan García Aguilar" userId="de58f566-0b32-41fd-9429-bd3351bd8169" providerId="ADAL" clId="{7B654E95-A400-4268-925E-90936F628646}" dt="2023-10-15T17:28:14.548" v="19036" actId="478"/>
          <ac:picMkLst>
            <pc:docMk/>
            <pc:sldMk cId="2715168904" sldId="324"/>
            <ac:picMk id="7" creationId="{0B3767CE-A9A6-9860-08D6-7E0299E790A3}"/>
          </ac:picMkLst>
        </pc:picChg>
        <pc:picChg chg="add mod">
          <ac:chgData name="Juan García Aguilar" userId="de58f566-0b32-41fd-9429-bd3351bd8169" providerId="ADAL" clId="{7B654E95-A400-4268-925E-90936F628646}" dt="2023-10-15T17:33:29.948" v="19382" actId="1440"/>
          <ac:picMkLst>
            <pc:docMk/>
            <pc:sldMk cId="2715168904" sldId="324"/>
            <ac:picMk id="10" creationId="{84C53B8A-A708-0303-6421-E15D480D4C1A}"/>
          </ac:picMkLst>
        </pc:picChg>
      </pc:sldChg>
      <pc:sldChg chg="addSp delSp modSp add mod">
        <pc:chgData name="Juan García Aguilar" userId="de58f566-0b32-41fd-9429-bd3351bd8169" providerId="ADAL" clId="{7B654E95-A400-4268-925E-90936F628646}" dt="2023-10-16T07:13:10.862" v="20677" actId="1076"/>
        <pc:sldMkLst>
          <pc:docMk/>
          <pc:sldMk cId="41027627" sldId="325"/>
        </pc:sldMkLst>
        <pc:spChg chg="mod">
          <ac:chgData name="Juan García Aguilar" userId="de58f566-0b32-41fd-9429-bd3351bd8169" providerId="ADAL" clId="{7B654E95-A400-4268-925E-90936F628646}" dt="2023-10-16T07:12:38.837" v="20560" actId="20577"/>
          <ac:spMkLst>
            <pc:docMk/>
            <pc:sldMk cId="41027627" sldId="325"/>
            <ac:spMk id="2" creationId="{3DF019EC-9FAD-65C2-B0A2-DA6BEF38BC25}"/>
          </ac:spMkLst>
        </pc:spChg>
        <pc:spChg chg="del mod">
          <ac:chgData name="Juan García Aguilar" userId="de58f566-0b32-41fd-9429-bd3351bd8169" providerId="ADAL" clId="{7B654E95-A400-4268-925E-90936F628646}" dt="2023-10-16T07:04:49.220" v="20420" actId="478"/>
          <ac:spMkLst>
            <pc:docMk/>
            <pc:sldMk cId="41027627" sldId="325"/>
            <ac:spMk id="3" creationId="{4AC424A7-99A4-4B9E-DCB7-61DF786FADD0}"/>
          </ac:spMkLst>
        </pc:spChg>
        <pc:spChg chg="del">
          <ac:chgData name="Juan García Aguilar" userId="de58f566-0b32-41fd-9429-bd3351bd8169" providerId="ADAL" clId="{7B654E95-A400-4268-925E-90936F628646}" dt="2023-10-16T07:04:52.707" v="20421" actId="478"/>
          <ac:spMkLst>
            <pc:docMk/>
            <pc:sldMk cId="41027627" sldId="325"/>
            <ac:spMk id="4" creationId="{D143F6C8-5F0F-F034-D82E-219137C4E6C3}"/>
          </ac:spMkLst>
        </pc:spChg>
        <pc:spChg chg="del">
          <ac:chgData name="Juan García Aguilar" userId="de58f566-0b32-41fd-9429-bd3351bd8169" providerId="ADAL" clId="{7B654E95-A400-4268-925E-90936F628646}" dt="2023-10-16T07:04:52.707" v="20421" actId="478"/>
          <ac:spMkLst>
            <pc:docMk/>
            <pc:sldMk cId="41027627" sldId="325"/>
            <ac:spMk id="5" creationId="{4376CA30-F037-6535-5BEF-54568EC24E80}"/>
          </ac:spMkLst>
        </pc:spChg>
        <pc:spChg chg="del">
          <ac:chgData name="Juan García Aguilar" userId="de58f566-0b32-41fd-9429-bd3351bd8169" providerId="ADAL" clId="{7B654E95-A400-4268-925E-90936F628646}" dt="2023-10-16T07:04:52.707" v="20421" actId="478"/>
          <ac:spMkLst>
            <pc:docMk/>
            <pc:sldMk cId="41027627" sldId="325"/>
            <ac:spMk id="7" creationId="{2F6E576F-6770-9102-6F29-5867BFA65D0F}"/>
          </ac:spMkLst>
        </pc:spChg>
        <pc:spChg chg="del">
          <ac:chgData name="Juan García Aguilar" userId="de58f566-0b32-41fd-9429-bd3351bd8169" providerId="ADAL" clId="{7B654E95-A400-4268-925E-90936F628646}" dt="2023-10-16T07:04:52.707" v="20421" actId="478"/>
          <ac:spMkLst>
            <pc:docMk/>
            <pc:sldMk cId="41027627" sldId="325"/>
            <ac:spMk id="8" creationId="{F3486404-026E-01FE-7705-FEAD2E890DDA}"/>
          </ac:spMkLst>
        </pc:spChg>
        <pc:spChg chg="del">
          <ac:chgData name="Juan García Aguilar" userId="de58f566-0b32-41fd-9429-bd3351bd8169" providerId="ADAL" clId="{7B654E95-A400-4268-925E-90936F628646}" dt="2023-10-16T07:04:52.707" v="20421" actId="478"/>
          <ac:spMkLst>
            <pc:docMk/>
            <pc:sldMk cId="41027627" sldId="325"/>
            <ac:spMk id="9" creationId="{D6749157-A326-E54C-BA30-E6CD31814D4E}"/>
          </ac:spMkLst>
        </pc:spChg>
        <pc:spChg chg="del">
          <ac:chgData name="Juan García Aguilar" userId="de58f566-0b32-41fd-9429-bd3351bd8169" providerId="ADAL" clId="{7B654E95-A400-4268-925E-90936F628646}" dt="2023-10-16T07:04:52.707" v="20421" actId="478"/>
          <ac:spMkLst>
            <pc:docMk/>
            <pc:sldMk cId="41027627" sldId="325"/>
            <ac:spMk id="10" creationId="{AE9D3DD8-8E84-8D4B-6B23-11632A4DE6F7}"/>
          </ac:spMkLst>
        </pc:spChg>
        <pc:spChg chg="del">
          <ac:chgData name="Juan García Aguilar" userId="de58f566-0b32-41fd-9429-bd3351bd8169" providerId="ADAL" clId="{7B654E95-A400-4268-925E-90936F628646}" dt="2023-10-16T07:04:52.707" v="20421" actId="478"/>
          <ac:spMkLst>
            <pc:docMk/>
            <pc:sldMk cId="41027627" sldId="325"/>
            <ac:spMk id="11" creationId="{8B1B6D15-8523-E9B8-CE5F-B519DE1522A0}"/>
          </ac:spMkLst>
        </pc:spChg>
        <pc:spChg chg="del">
          <ac:chgData name="Juan García Aguilar" userId="de58f566-0b32-41fd-9429-bd3351bd8169" providerId="ADAL" clId="{7B654E95-A400-4268-925E-90936F628646}" dt="2023-10-16T07:04:52.707" v="20421" actId="478"/>
          <ac:spMkLst>
            <pc:docMk/>
            <pc:sldMk cId="41027627" sldId="325"/>
            <ac:spMk id="12" creationId="{07BCEC37-4177-B2A6-F37D-DDD20FE43912}"/>
          </ac:spMkLst>
        </pc:spChg>
        <pc:spChg chg="del">
          <ac:chgData name="Juan García Aguilar" userId="de58f566-0b32-41fd-9429-bd3351bd8169" providerId="ADAL" clId="{7B654E95-A400-4268-925E-90936F628646}" dt="2023-10-16T07:04:52.707" v="20421" actId="478"/>
          <ac:spMkLst>
            <pc:docMk/>
            <pc:sldMk cId="41027627" sldId="325"/>
            <ac:spMk id="13" creationId="{EF6C2442-F3C4-A0AB-5A48-72A829AD62AB}"/>
          </ac:spMkLst>
        </pc:spChg>
        <pc:spChg chg="del">
          <ac:chgData name="Juan García Aguilar" userId="de58f566-0b32-41fd-9429-bd3351bd8169" providerId="ADAL" clId="{7B654E95-A400-4268-925E-90936F628646}" dt="2023-10-16T07:04:52.707" v="20421" actId="478"/>
          <ac:spMkLst>
            <pc:docMk/>
            <pc:sldMk cId="41027627" sldId="325"/>
            <ac:spMk id="14" creationId="{F9995804-3E75-6436-04DF-047052A7C293}"/>
          </ac:spMkLst>
        </pc:spChg>
        <pc:spChg chg="del">
          <ac:chgData name="Juan García Aguilar" userId="de58f566-0b32-41fd-9429-bd3351bd8169" providerId="ADAL" clId="{7B654E95-A400-4268-925E-90936F628646}" dt="2023-10-16T07:04:52.707" v="20421" actId="478"/>
          <ac:spMkLst>
            <pc:docMk/>
            <pc:sldMk cId="41027627" sldId="325"/>
            <ac:spMk id="15" creationId="{7F28FA94-82C9-0991-265F-36E76B32548A}"/>
          </ac:spMkLst>
        </pc:spChg>
        <pc:spChg chg="add mod">
          <ac:chgData name="Juan García Aguilar" userId="de58f566-0b32-41fd-9429-bd3351bd8169" providerId="ADAL" clId="{7B654E95-A400-4268-925E-90936F628646}" dt="2023-10-16T07:11:56.485" v="20441" actId="20577"/>
          <ac:spMkLst>
            <pc:docMk/>
            <pc:sldMk cId="41027627" sldId="325"/>
            <ac:spMk id="16" creationId="{D71C6D98-5699-EF6F-0B7E-016AF45FB9FC}"/>
          </ac:spMkLst>
        </pc:spChg>
        <pc:spChg chg="add del mod">
          <ac:chgData name="Juan García Aguilar" userId="de58f566-0b32-41fd-9429-bd3351bd8169" providerId="ADAL" clId="{7B654E95-A400-4268-925E-90936F628646}" dt="2023-10-16T07:12:31.056" v="20520" actId="478"/>
          <ac:spMkLst>
            <pc:docMk/>
            <pc:sldMk cId="41027627" sldId="325"/>
            <ac:spMk id="17" creationId="{8906202D-357C-09C0-384D-585CCD7527C9}"/>
          </ac:spMkLst>
        </pc:spChg>
        <pc:spChg chg="add mod">
          <ac:chgData name="Juan García Aguilar" userId="de58f566-0b32-41fd-9429-bd3351bd8169" providerId="ADAL" clId="{7B654E95-A400-4268-925E-90936F628646}" dt="2023-10-16T07:13:10.862" v="20677" actId="1076"/>
          <ac:spMkLst>
            <pc:docMk/>
            <pc:sldMk cId="41027627" sldId="325"/>
            <ac:spMk id="18" creationId="{0050B50F-B657-35FC-7352-9B23D7B3AC74}"/>
          </ac:spMkLst>
        </pc:spChg>
      </pc:sldChg>
      <pc:sldChg chg="add">
        <pc:chgData name="Juan García Aguilar" userId="de58f566-0b32-41fd-9429-bd3351bd8169" providerId="ADAL" clId="{7B654E95-A400-4268-925E-90936F628646}" dt="2023-10-16T07:57:07.455" v="20678" actId="2890"/>
        <pc:sldMkLst>
          <pc:docMk/>
          <pc:sldMk cId="2963831760" sldId="326"/>
        </pc:sldMkLst>
      </pc:sldChg>
      <pc:sldChg chg="delSp modSp add mod">
        <pc:chgData name="Juan García Aguilar" userId="de58f566-0b32-41fd-9429-bd3351bd8169" providerId="ADAL" clId="{7B654E95-A400-4268-925E-90936F628646}" dt="2023-10-16T08:05:34.779" v="21122" actId="20577"/>
        <pc:sldMkLst>
          <pc:docMk/>
          <pc:sldMk cId="2324994196" sldId="327"/>
        </pc:sldMkLst>
        <pc:spChg chg="mod">
          <ac:chgData name="Juan García Aguilar" userId="de58f566-0b32-41fd-9429-bd3351bd8169" providerId="ADAL" clId="{7B654E95-A400-4268-925E-90936F628646}" dt="2023-10-16T08:00:56.010" v="20853" actId="20577"/>
          <ac:spMkLst>
            <pc:docMk/>
            <pc:sldMk cId="2324994196" sldId="327"/>
            <ac:spMk id="2" creationId="{3DF019EC-9FAD-65C2-B0A2-DA6BEF38BC25}"/>
          </ac:spMkLst>
        </pc:spChg>
        <pc:spChg chg="mod">
          <ac:chgData name="Juan García Aguilar" userId="de58f566-0b32-41fd-9429-bd3351bd8169" providerId="ADAL" clId="{7B654E95-A400-4268-925E-90936F628646}" dt="2023-10-16T08:05:34.779" v="21122" actId="20577"/>
          <ac:spMkLst>
            <pc:docMk/>
            <pc:sldMk cId="2324994196" sldId="327"/>
            <ac:spMk id="3" creationId="{A72FECA7-72B8-B2E9-DE0D-23BAD6C17846}"/>
          </ac:spMkLst>
        </pc:spChg>
        <pc:spChg chg="del mod">
          <ac:chgData name="Juan García Aguilar" userId="de58f566-0b32-41fd-9429-bd3351bd8169" providerId="ADAL" clId="{7B654E95-A400-4268-925E-90936F628646}" dt="2023-10-16T08:01:02.114" v="20855" actId="478"/>
          <ac:spMkLst>
            <pc:docMk/>
            <pc:sldMk cId="2324994196" sldId="327"/>
            <ac:spMk id="5" creationId="{4D9BB3DD-A66F-FFB6-7F31-70C2DE6B4DDA}"/>
          </ac:spMkLst>
        </pc:spChg>
      </pc:sldChg>
      <pc:sldChg chg="addSp modSp add mod">
        <pc:chgData name="Juan García Aguilar" userId="de58f566-0b32-41fd-9429-bd3351bd8169" providerId="ADAL" clId="{7B654E95-A400-4268-925E-90936F628646}" dt="2023-10-16T08:21:02.263" v="21228" actId="20577"/>
        <pc:sldMkLst>
          <pc:docMk/>
          <pc:sldMk cId="293637332" sldId="328"/>
        </pc:sldMkLst>
        <pc:spChg chg="mod">
          <ac:chgData name="Juan García Aguilar" userId="de58f566-0b32-41fd-9429-bd3351bd8169" providerId="ADAL" clId="{7B654E95-A400-4268-925E-90936F628646}" dt="2023-10-16T08:11:36.024" v="21135" actId="20577"/>
          <ac:spMkLst>
            <pc:docMk/>
            <pc:sldMk cId="293637332" sldId="328"/>
            <ac:spMk id="2" creationId="{3DF019EC-9FAD-65C2-B0A2-DA6BEF38BC25}"/>
          </ac:spMkLst>
        </pc:spChg>
        <pc:spChg chg="mod">
          <ac:chgData name="Juan García Aguilar" userId="de58f566-0b32-41fd-9429-bd3351bd8169" providerId="ADAL" clId="{7B654E95-A400-4268-925E-90936F628646}" dt="2023-10-16T08:21:02.263" v="21228" actId="20577"/>
          <ac:spMkLst>
            <pc:docMk/>
            <pc:sldMk cId="293637332" sldId="328"/>
            <ac:spMk id="3" creationId="{A72FECA7-72B8-B2E9-DE0D-23BAD6C17846}"/>
          </ac:spMkLst>
        </pc:spChg>
        <pc:spChg chg="add mod">
          <ac:chgData name="Juan García Aguilar" userId="de58f566-0b32-41fd-9429-bd3351bd8169" providerId="ADAL" clId="{7B654E95-A400-4268-925E-90936F628646}" dt="2023-10-16T08:20:40.221" v="21216" actId="1076"/>
          <ac:spMkLst>
            <pc:docMk/>
            <pc:sldMk cId="293637332" sldId="328"/>
            <ac:spMk id="5" creationId="{5D457D16-9C63-3AF7-9F79-310AB6BE42C1}"/>
          </ac:spMkLst>
        </pc:spChg>
      </pc:sldChg>
      <pc:sldChg chg="addSp delSp modSp add mod">
        <pc:chgData name="Juan García Aguilar" userId="de58f566-0b32-41fd-9429-bd3351bd8169" providerId="ADAL" clId="{7B654E95-A400-4268-925E-90936F628646}" dt="2023-10-16T09:30:16.819" v="22895" actId="113"/>
        <pc:sldMkLst>
          <pc:docMk/>
          <pc:sldMk cId="3965628040" sldId="329"/>
        </pc:sldMkLst>
        <pc:spChg chg="del">
          <ac:chgData name="Juan García Aguilar" userId="de58f566-0b32-41fd-9429-bd3351bd8169" providerId="ADAL" clId="{7B654E95-A400-4268-925E-90936F628646}" dt="2023-10-16T09:15:41.531" v="21913" actId="478"/>
          <ac:spMkLst>
            <pc:docMk/>
            <pc:sldMk cId="3965628040" sldId="329"/>
            <ac:spMk id="3" creationId="{F40C4EB5-D360-8F03-BCB9-B8B624A6C412}"/>
          </ac:spMkLst>
        </pc:spChg>
        <pc:spChg chg="add mod">
          <ac:chgData name="Juan García Aguilar" userId="de58f566-0b32-41fd-9429-bd3351bd8169" providerId="ADAL" clId="{7B654E95-A400-4268-925E-90936F628646}" dt="2023-10-16T09:30:16.819" v="22895" actId="113"/>
          <ac:spMkLst>
            <pc:docMk/>
            <pc:sldMk cId="3965628040" sldId="329"/>
            <ac:spMk id="4" creationId="{AF0CAA78-F016-F234-4DCD-13E45FC4C96B}"/>
          </ac:spMkLst>
        </pc:spChg>
      </pc:sldChg>
      <pc:sldChg chg="addSp delSp modSp add mod">
        <pc:chgData name="Juan García Aguilar" userId="de58f566-0b32-41fd-9429-bd3351bd8169" providerId="ADAL" clId="{7B654E95-A400-4268-925E-90936F628646}" dt="2023-10-16T09:34:19.431" v="22932" actId="1076"/>
        <pc:sldMkLst>
          <pc:docMk/>
          <pc:sldMk cId="1369112769" sldId="330"/>
        </pc:sldMkLst>
        <pc:spChg chg="del">
          <ac:chgData name="Juan García Aguilar" userId="de58f566-0b32-41fd-9429-bd3351bd8169" providerId="ADAL" clId="{7B654E95-A400-4268-925E-90936F628646}" dt="2023-10-16T09:32:46.129" v="22897" actId="478"/>
          <ac:spMkLst>
            <pc:docMk/>
            <pc:sldMk cId="1369112769" sldId="330"/>
            <ac:spMk id="4" creationId="{AF0CAA78-F016-F234-4DCD-13E45FC4C96B}"/>
          </ac:spMkLst>
        </pc:spChg>
        <pc:spChg chg="add mod">
          <ac:chgData name="Juan García Aguilar" userId="de58f566-0b32-41fd-9429-bd3351bd8169" providerId="ADAL" clId="{7B654E95-A400-4268-925E-90936F628646}" dt="2023-10-16T09:34:19.431" v="22932" actId="1076"/>
          <ac:spMkLst>
            <pc:docMk/>
            <pc:sldMk cId="1369112769" sldId="330"/>
            <ac:spMk id="6" creationId="{4C1236E7-D028-0D4C-A0D7-0D0022F2E467}"/>
          </ac:spMkLst>
        </pc:spChg>
        <pc:picChg chg="add mod">
          <ac:chgData name="Juan García Aguilar" userId="de58f566-0b32-41fd-9429-bd3351bd8169" providerId="ADAL" clId="{7B654E95-A400-4268-925E-90936F628646}" dt="2023-10-16T09:34:16.744" v="22931" actId="1076"/>
          <ac:picMkLst>
            <pc:docMk/>
            <pc:sldMk cId="1369112769" sldId="330"/>
            <ac:picMk id="5" creationId="{43CFC776-B865-ECD5-C780-32AE2B349428}"/>
          </ac:picMkLst>
        </pc:picChg>
      </pc:sldChg>
      <pc:sldChg chg="modSp add mod">
        <pc:chgData name="Juan García Aguilar" userId="de58f566-0b32-41fd-9429-bd3351bd8169" providerId="ADAL" clId="{7B654E95-A400-4268-925E-90936F628646}" dt="2023-10-16T09:43:43.096" v="23033" actId="113"/>
        <pc:sldMkLst>
          <pc:docMk/>
          <pc:sldMk cId="1250721298" sldId="331"/>
        </pc:sldMkLst>
        <pc:spChg chg="mod">
          <ac:chgData name="Juan García Aguilar" userId="de58f566-0b32-41fd-9429-bd3351bd8169" providerId="ADAL" clId="{7B654E95-A400-4268-925E-90936F628646}" dt="2023-10-16T09:42:49.543" v="22948" actId="20577"/>
          <ac:spMkLst>
            <pc:docMk/>
            <pc:sldMk cId="1250721298" sldId="331"/>
            <ac:spMk id="2" creationId="{3DF019EC-9FAD-65C2-B0A2-DA6BEF38BC25}"/>
          </ac:spMkLst>
        </pc:spChg>
        <pc:spChg chg="mod">
          <ac:chgData name="Juan García Aguilar" userId="de58f566-0b32-41fd-9429-bd3351bd8169" providerId="ADAL" clId="{7B654E95-A400-4268-925E-90936F628646}" dt="2023-10-16T09:43:43.096" v="23033" actId="113"/>
          <ac:spMkLst>
            <pc:docMk/>
            <pc:sldMk cId="1250721298" sldId="331"/>
            <ac:spMk id="3" creationId="{B0553D80-D295-112C-410B-DDBEE45D8BA3}"/>
          </ac:spMkLst>
        </pc:spChg>
      </pc:sldChg>
      <pc:sldChg chg="modSp add mod">
        <pc:chgData name="Juan García Aguilar" userId="de58f566-0b32-41fd-9429-bd3351bd8169" providerId="ADAL" clId="{7B654E95-A400-4268-925E-90936F628646}" dt="2023-10-16T09:46:00.488" v="23096" actId="113"/>
        <pc:sldMkLst>
          <pc:docMk/>
          <pc:sldMk cId="668174445" sldId="332"/>
        </pc:sldMkLst>
        <pc:spChg chg="mod">
          <ac:chgData name="Juan García Aguilar" userId="de58f566-0b32-41fd-9429-bd3351bd8169" providerId="ADAL" clId="{7B654E95-A400-4268-925E-90936F628646}" dt="2023-10-16T09:46:00.488" v="23096" actId="113"/>
          <ac:spMkLst>
            <pc:docMk/>
            <pc:sldMk cId="668174445" sldId="332"/>
            <ac:spMk id="4" creationId="{B8D4BE28-0074-F83E-197F-D8BA8E27FFE5}"/>
          </ac:spMkLst>
        </pc:spChg>
      </pc:sldChg>
      <pc:sldChg chg="addSp delSp modSp add mod">
        <pc:chgData name="Juan García Aguilar" userId="de58f566-0b32-41fd-9429-bd3351bd8169" providerId="ADAL" clId="{7B654E95-A400-4268-925E-90936F628646}" dt="2023-10-16T10:11:13.995" v="23201" actId="1440"/>
        <pc:sldMkLst>
          <pc:docMk/>
          <pc:sldMk cId="3828450609" sldId="333"/>
        </pc:sldMkLst>
        <pc:spChg chg="add mod">
          <ac:chgData name="Juan García Aguilar" userId="de58f566-0b32-41fd-9429-bd3351bd8169" providerId="ADAL" clId="{7B654E95-A400-4268-925E-90936F628646}" dt="2023-10-16T10:11:01.332" v="23198" actId="113"/>
          <ac:spMkLst>
            <pc:docMk/>
            <pc:sldMk cId="3828450609" sldId="333"/>
            <ac:spMk id="3" creationId="{5191CC42-99F7-3022-C78B-14D157D69ACE}"/>
          </ac:spMkLst>
        </pc:spChg>
        <pc:spChg chg="del">
          <ac:chgData name="Juan García Aguilar" userId="de58f566-0b32-41fd-9429-bd3351bd8169" providerId="ADAL" clId="{7B654E95-A400-4268-925E-90936F628646}" dt="2023-10-16T10:10:27.137" v="23099" actId="478"/>
          <ac:spMkLst>
            <pc:docMk/>
            <pc:sldMk cId="3828450609" sldId="333"/>
            <ac:spMk id="6" creationId="{4C1236E7-D028-0D4C-A0D7-0D0022F2E467}"/>
          </ac:spMkLst>
        </pc:spChg>
        <pc:picChg chg="del">
          <ac:chgData name="Juan García Aguilar" userId="de58f566-0b32-41fd-9429-bd3351bd8169" providerId="ADAL" clId="{7B654E95-A400-4268-925E-90936F628646}" dt="2023-10-16T10:10:25.775" v="23098" actId="478"/>
          <ac:picMkLst>
            <pc:docMk/>
            <pc:sldMk cId="3828450609" sldId="333"/>
            <ac:picMk id="5" creationId="{43CFC776-B865-ECD5-C780-32AE2B349428}"/>
          </ac:picMkLst>
        </pc:picChg>
        <pc:picChg chg="add mod">
          <ac:chgData name="Juan García Aguilar" userId="de58f566-0b32-41fd-9429-bd3351bd8169" providerId="ADAL" clId="{7B654E95-A400-4268-925E-90936F628646}" dt="2023-10-16T10:11:13.995" v="23201" actId="1440"/>
          <ac:picMkLst>
            <pc:docMk/>
            <pc:sldMk cId="3828450609" sldId="333"/>
            <ac:picMk id="7" creationId="{037A5817-D308-685B-9A20-A5261935A229}"/>
          </ac:picMkLst>
        </pc:picChg>
      </pc:sldChg>
      <pc:sldChg chg="modSp add del mod">
        <pc:chgData name="Juan García Aguilar" userId="de58f566-0b32-41fd-9429-bd3351bd8169" providerId="ADAL" clId="{7B654E95-A400-4268-925E-90936F628646}" dt="2023-10-24T12:24:41.917" v="23469" actId="2696"/>
        <pc:sldMkLst>
          <pc:docMk/>
          <pc:sldMk cId="605206685" sldId="334"/>
        </pc:sldMkLst>
        <pc:spChg chg="mod">
          <ac:chgData name="Juan García Aguilar" userId="de58f566-0b32-41fd-9429-bd3351bd8169" providerId="ADAL" clId="{7B654E95-A400-4268-925E-90936F628646}" dt="2023-10-24T11:27:18.634" v="23468"/>
          <ac:spMkLst>
            <pc:docMk/>
            <pc:sldMk cId="605206685" sldId="334"/>
            <ac:spMk id="3" creationId="{72F04810-39AA-E13F-56D8-1203FF791CD7}"/>
          </ac:spMkLst>
        </pc:spChg>
      </pc:sldChg>
    </pc:docChg>
  </pc:docChgLst>
  <pc:docChgLst>
    <pc:chgData name="Francisco Alia Hernández" userId="19ac7215-f1c4-4db4-9b56-4a0303001f57" providerId="ADAL" clId="{876003C6-EC33-490E-BF5F-9D1D83609AEA}"/>
    <pc:docChg chg="modSld sldOrd">
      <pc:chgData name="Francisco Alia Hernández" userId="19ac7215-f1c4-4db4-9b56-4a0303001f57" providerId="ADAL" clId="{876003C6-EC33-490E-BF5F-9D1D83609AEA}" dt="2025-09-23T11:02:12.004" v="3"/>
      <pc:docMkLst>
        <pc:docMk/>
      </pc:docMkLst>
      <pc:sldChg chg="modSp mod">
        <pc:chgData name="Francisco Alia Hernández" userId="19ac7215-f1c4-4db4-9b56-4a0303001f57" providerId="ADAL" clId="{876003C6-EC33-490E-BF5F-9D1D83609AEA}" dt="2025-09-12T10:27:22.817" v="1" actId="20577"/>
        <pc:sldMkLst>
          <pc:docMk/>
          <pc:sldMk cId="0" sldId="256"/>
        </pc:sldMkLst>
        <pc:spChg chg="mod">
          <ac:chgData name="Francisco Alia Hernández" userId="19ac7215-f1c4-4db4-9b56-4a0303001f57" providerId="ADAL" clId="{876003C6-EC33-490E-BF5F-9D1D83609AEA}" dt="2025-09-12T10:27:22.817" v="1" actId="20577"/>
          <ac:spMkLst>
            <pc:docMk/>
            <pc:sldMk cId="0" sldId="256"/>
            <ac:spMk id="3" creationId="{F88B7F38-11E3-E321-7F13-EE0F7C065D05}"/>
          </ac:spMkLst>
        </pc:spChg>
      </pc:sldChg>
      <pc:sldChg chg="ord">
        <pc:chgData name="Francisco Alia Hernández" userId="19ac7215-f1c4-4db4-9b56-4a0303001f57" providerId="ADAL" clId="{876003C6-EC33-490E-BF5F-9D1D83609AEA}" dt="2025-09-23T11:02:12.004" v="3"/>
        <pc:sldMkLst>
          <pc:docMk/>
          <pc:sldMk cId="2815334247" sldId="2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9A09ED6-3FC1-DD06-824E-67FD960D449A}"/>
              </a:ext>
            </a:extLst>
          </p:cNvPr>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3" name="Marcador de fecha 2">
            <a:extLst>
              <a:ext uri="{FF2B5EF4-FFF2-40B4-BE49-F238E27FC236}">
                <a16:creationId xmlns:a16="http://schemas.microsoft.com/office/drawing/2014/main" id="{2EF50449-E7D5-9850-EFF7-58570BFC82BA}"/>
              </a:ext>
            </a:extLst>
          </p:cNvPr>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ctr" anchorCtr="0" compatLnSpc="0">
            <a:noAutofit/>
          </a:bodyPr>
          <a:lstStyle/>
          <a:p>
            <a:pPr marL="0" marR="0" lvl="0" indent="0" algn="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pie de página 3">
            <a:extLst>
              <a:ext uri="{FF2B5EF4-FFF2-40B4-BE49-F238E27FC236}">
                <a16:creationId xmlns:a16="http://schemas.microsoft.com/office/drawing/2014/main" id="{8CC26FD8-D2A6-1D48-7554-BF6B8E071AB3}"/>
              </a:ext>
            </a:extLst>
          </p:cNvPr>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1" compatLnSpc="0">
            <a:noAutofit/>
          </a:bodyPr>
          <a:lstStyle/>
          <a:p>
            <a:pPr marL="0" marR="0" lvl="0" indent="0" algn="ct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5" name="Marcador de número de diapositiva 4">
            <a:extLst>
              <a:ext uri="{FF2B5EF4-FFF2-40B4-BE49-F238E27FC236}">
                <a16:creationId xmlns:a16="http://schemas.microsoft.com/office/drawing/2014/main" id="{C7E431F3-473A-B3FC-5623-2298F5B3CA6D}"/>
              </a:ext>
            </a:extLst>
          </p:cNvPr>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fld id="{477EBC9B-59DA-4189-B930-1515F385C660}" type="slidenum">
              <a:t>‹#›</a:t>
            </a:fld>
            <a:endParaRPr lang="es-ES" sz="1400" b="0" i="0" u="none" strike="noStrike" kern="1200" cap="none" spc="0" baseline="0">
              <a:solidFill>
                <a:srgbClr val="2C3E50"/>
              </a:solidFill>
              <a:uFillTx/>
              <a:latin typeface="Noto Sans" pitchFamily="34"/>
              <a:ea typeface="DejaVu Sans" pitchFamily="2"/>
              <a:cs typeface="Noto Sans" pitchFamily="2"/>
            </a:endParaRPr>
          </a:p>
        </p:txBody>
      </p:sp>
    </p:spTree>
    <p:extLst>
      <p:ext uri="{BB962C8B-B14F-4D97-AF65-F5344CB8AC3E}">
        <p14:creationId xmlns:p14="http://schemas.microsoft.com/office/powerpoint/2010/main" val="227640323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4T03:05:48.541"/>
    </inkml:context>
    <inkml:brush xml:id="br0">
      <inkml:brushProperty name="width" value="0.035" units="cm"/>
      <inkml:brushProperty name="height" value="0.035" units="cm"/>
      <inkml:brushProperty name="color" value="#E71224"/>
    </inkml:brush>
  </inkml:definitions>
  <inkml:trace contextRef="#ctx0" brushRef="#br0">0 25 24575,'155'-11'0,"-12"0"0,840 8 0,-505 5 0,-438 1 0,-1 1 0,1 2 0,53 15 0,-51-11 0,1-1 0,67 5 0,115 8 0,-166-19 0,72 15 0,37 2 0,-76-11 0,117 26 0,-28-3 0,-16-13 0,242-3 0,-296-13 0,-56-1 0,1-2 0,70-9 0,-120 9 6,0-1 0,0-1 0,0 1 0,0-1 0,-1 0 0,1 0 0,-1 0 0,1-1 0,-1 0 0,0 0 0,0 0 0,0-1 0,0 1 0,-1-1 0,0 0 0,1-1 0,-1 1 0,-1-1 0,6-8 0,-6 6-93,0 1-1,-1-1 1,0 1 0,0-1-1,-1 0 1,0 1 0,0-1-1,-1 0 1,0 0-1,0 0 1,0 0 0,-1 0-1,0 1 1,0-1 0,-1 0-1,-4-11 1,-4-10-6739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4T03:05:53.970"/>
    </inkml:context>
    <inkml:brush xml:id="br0">
      <inkml:brushProperty name="width" value="0.035" units="cm"/>
      <inkml:brushProperty name="height" value="0.035" units="cm"/>
      <inkml:brushProperty name="color" value="#E71224"/>
    </inkml:brush>
  </inkml:definitions>
  <inkml:trace contextRef="#ctx0" brushRef="#br0">4667 903 24575,'2'-3'0,"0"0"0,0 0 0,0 0 0,0 0 0,-1-1 0,1 1 0,-1-1 0,0 1 0,0-1 0,0 0 0,-1 1 0,1-1 0,-1 0 0,0 1 0,0-1 0,0 0 0,0 0 0,-1 1 0,1-1 0,-1 0 0,0 1 0,0-1 0,-2-3 0,-3-10 0,-1 1 0,0 0 0,-13-20 0,-13-15 0,-2 2 0,-68-72 0,70 83 0,-2-3 0,23 25 0,0 1 0,-1 0 0,-1 1 0,-1 0 0,1 2 0,-2-1 0,0 2 0,-25-14 0,17 12 0,-1 1 0,0 2 0,0 1 0,-1 0 0,-1 2 0,-42-6 0,-55 2 0,29 3 0,-114-23 0,129 16 0,1 4 0,-102-1 0,30 4 0,-148-3 0,264 9 0,1-1 0,-64-14 0,60 9 0,-75-6 0,-472 12 0,281 5 0,278-2 0,0-1 0,0-1 0,1-1 0,-1-1 0,1-1 0,0-1 0,0-2 0,-32-12 0,42 13 0,-1 0 0,0 1 0,0 1 0,-1 1 0,1 0 0,-27-1 0,-105 6 0,61 0 0,-47-4 0,-130 5 0,243-2 0,-1 2 0,1 0 0,0 1 0,0 1 0,0 1 0,0 0 0,1 2 0,0 1 0,-27 16 0,24-12 0,19-11 0,-1 1 0,1-1 0,0 1 0,0 0 0,0 0 0,0 0 0,0 1 0,1-1 0,0 1 0,0 0 0,0 0 0,-5 8 0,1-2 0,0 0 0,-1 0 0,0 0 0,-1-1 0,0 0 0,-1-1 0,-19 13 0,19-14 0,0 1 0,0 0 0,1 0 0,0 0 0,0 2 0,1-1 0,0 1 0,-8 13 0,2 3 0,1 0 0,2 1 0,1 1 0,1-1 0,-9 45 0,16-62 0,1 0 0,0 0 0,1 0 0,0-1 0,0 1 0,1 0 0,1 0 0,-1 0 0,1-1 0,1 1 0,0 0 0,0-1 0,1 0 0,0 0 0,1 0 0,0-1 0,0 1 0,1-1 0,12 13 0,13 8 0,2-2 0,1-1 0,1-1 0,1-2 0,0-2 0,42 17 0,2-10 112,-60-23-604,0 2-1,25 11 1,-27-9-6334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1BC640-33C8-19F5-2804-82C00FCB59DE}"/>
              </a:ext>
            </a:extLst>
          </p:cNvPr>
          <p:cNvSpPr>
            <a:spLocks noGrp="1" noRot="1" noChangeAspect="1"/>
          </p:cNvSpPr>
          <p:nvPr>
            <p:ph type="sldImg" idx="2"/>
          </p:nvPr>
        </p:nvSpPr>
        <p:spPr>
          <a:xfrm>
            <a:off x="1107000" y="812517"/>
            <a:ext cx="5345280" cy="4008958"/>
          </a:xfrm>
          <a:prstGeom prst="rect">
            <a:avLst/>
          </a:prstGeom>
          <a:noFill/>
          <a:ln>
            <a:noFill/>
            <a:prstDash val="solid"/>
          </a:ln>
        </p:spPr>
      </p:sp>
      <p:sp>
        <p:nvSpPr>
          <p:cNvPr id="3" name="Marcador de notas 2">
            <a:extLst>
              <a:ext uri="{FF2B5EF4-FFF2-40B4-BE49-F238E27FC236}">
                <a16:creationId xmlns:a16="http://schemas.microsoft.com/office/drawing/2014/main" id="{9CE3AFC3-0540-E29A-7A5A-8BED8DAED126}"/>
              </a:ext>
            </a:extLst>
          </p:cNvPr>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s-ES"/>
          </a:p>
        </p:txBody>
      </p:sp>
      <p:sp>
        <p:nvSpPr>
          <p:cNvPr id="4" name="Marcador de encabezado 3">
            <a:extLst>
              <a:ext uri="{FF2B5EF4-FFF2-40B4-BE49-F238E27FC236}">
                <a16:creationId xmlns:a16="http://schemas.microsoft.com/office/drawing/2014/main" id="{DA830D70-17A8-7764-DBEB-51262DA5174F}"/>
              </a:ext>
            </a:extLst>
          </p:cNvPr>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5" name="Marcador de fecha 4">
            <a:extLst>
              <a:ext uri="{FF2B5EF4-FFF2-40B4-BE49-F238E27FC236}">
                <a16:creationId xmlns:a16="http://schemas.microsoft.com/office/drawing/2014/main" id="{28874CA0-3CBE-08C4-4801-5A11E696ACC5}"/>
              </a:ext>
            </a:extLst>
          </p:cNvPr>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6" name="Marcador de pie de página 5">
            <a:extLst>
              <a:ext uri="{FF2B5EF4-FFF2-40B4-BE49-F238E27FC236}">
                <a16:creationId xmlns:a16="http://schemas.microsoft.com/office/drawing/2014/main" id="{2984137D-7E8F-14D7-9951-C7DC15600AD6}"/>
              </a:ext>
            </a:extLst>
          </p:cNvPr>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número de diapositiva 6">
            <a:extLst>
              <a:ext uri="{FF2B5EF4-FFF2-40B4-BE49-F238E27FC236}">
                <a16:creationId xmlns:a16="http://schemas.microsoft.com/office/drawing/2014/main" id="{E5C80BC4-81B1-D018-2CBE-A6A7CD0753D8}"/>
              </a:ext>
            </a:extLst>
          </p:cNvPr>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fld id="{EC4DFB48-AD85-4696-B09F-6B6C75784B86}" type="slidenum">
              <a:t>‹#›</a:t>
            </a:fld>
            <a:endParaRPr lang="es-ES"/>
          </a:p>
        </p:txBody>
      </p:sp>
    </p:spTree>
    <p:extLst>
      <p:ext uri="{BB962C8B-B14F-4D97-AF65-F5344CB8AC3E}">
        <p14:creationId xmlns:p14="http://schemas.microsoft.com/office/powerpoint/2010/main" val="1123604533"/>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s-ES" sz="2000" b="0" i="0" u="none" strike="noStrike" kern="1200" cap="none" spc="0" baseline="0">
        <a:solidFill>
          <a:srgbClr val="000000"/>
        </a:solidFill>
        <a:uFillTx/>
        <a:latin typeface="Noto Sans" pitchFamily="34"/>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BDB22667-3A99-AF64-3CE6-A1865DAB2BA3}"/>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D6521BA-F933-46AD-B80A-D1358030354C}" type="slidenum">
              <a:t>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5D55F0B2-1EBD-61D8-3000-3D02E3CD32B6}"/>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29F0135F-F318-2B60-20EF-C27191F67282}"/>
              </a:ext>
            </a:extLst>
          </p:cNvPr>
          <p:cNvSpPr txBox="1">
            <a:spLocks noGrp="1"/>
          </p:cNvSpPr>
          <p:nvPr>
            <p:ph type="body" sz="quarter" idx="1"/>
          </p:nvPr>
        </p:nvSpPr>
        <p:spPr>
          <a:xfrm>
            <a:off x="755998" y="5078522"/>
            <a:ext cx="6047997" cy="4811042"/>
          </a:xfrm>
        </p:spPr>
        <p:txBody>
          <a:bodyPr>
            <a:spAutoFit/>
          </a:bodyP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785243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13209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544414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821359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56362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69565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633918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018652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544012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307059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834362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172475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958817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280467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663601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172907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429990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58051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906783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138766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670381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133278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449189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931848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4578986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8174473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3309905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4340972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1235497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8849479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360077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3388237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1776122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3715602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7135802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9483602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4466782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6707850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40369242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0733515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1107980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5776364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0697453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9484396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5060052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7195193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5445427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4383652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7375787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055804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4480523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6969663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8472050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849308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5069009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9601868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465502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9391196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7100782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5095497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40094004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6961698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9805048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4138218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7971096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733917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693321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23EEFB-D846-52C1-454B-8D0648707000}"/>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C347DB59-38FC-9DBF-8074-664567373EB7}"/>
              </a:ext>
            </a:extLst>
          </p:cNvPr>
          <p:cNvSpPr txBox="1">
            <a:spLocks noGrp="1"/>
          </p:cNvSpPr>
          <p:nvPr>
            <p:ph type="subTitle" idx="1"/>
          </p:nvPr>
        </p:nvSpPr>
        <p:spPr>
          <a:xfrm>
            <a:off x="1260472" y="2978145"/>
            <a:ext cx="7559673" cy="1370008"/>
          </a:xfrm>
        </p:spPr>
        <p:txBody>
          <a:bodyPr anchorCtr="1"/>
          <a:lstStyle>
            <a:lvl1pPr algn="ctr">
              <a:defRPr/>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A5E80BA3-50B7-E799-08B0-96D73BDA5EDB}"/>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7EE570F9-FD3F-9602-4FEB-9EB862618CFF}"/>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259236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945DEC-99FA-AB06-617F-F1319851E66B}"/>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9D397AE1-2939-C691-F007-1F5CDA3AC942}"/>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BF3BB25-DC7F-5513-AD67-674E1EDCAEF7}"/>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0A6C28E-A1E5-4BE1-B29A-0C9B0407D3A0}"/>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441913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80E7B-B1BB-EF82-E9EB-B5653C90132D}"/>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4A829174-A2E2-9731-0088-259309D68BB7}"/>
              </a:ext>
            </a:extLst>
          </p:cNvPr>
          <p:cNvSpPr txBox="1">
            <a:spLocks noGrp="1"/>
          </p:cNvSpPr>
          <p:nvPr>
            <p:ph type="body" idx="1"/>
          </p:nvPr>
        </p:nvSpPr>
        <p:spPr>
          <a:xfrm>
            <a:off x="687391" y="3794129"/>
            <a:ext cx="8694736" cy="1241426"/>
          </a:xfrm>
        </p:spPr>
        <p:txBody>
          <a:bodyPr/>
          <a:lstStyle>
            <a:lvl1pPr>
              <a:defRPr>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E2A456D-594C-0F8E-0696-67924F1CE08D}"/>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D8042F6D-74CD-E415-51A2-A27B40E098B5}"/>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47723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101308-28EE-5C46-72B1-A351D51BD524}"/>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F3F132AB-749C-657C-1E9C-C791D3A16927}"/>
              </a:ext>
            </a:extLst>
          </p:cNvPr>
          <p:cNvSpPr txBox="1">
            <a:spLocks noGrp="1"/>
          </p:cNvSpPr>
          <p:nvPr>
            <p:ph idx="1"/>
          </p:nvPr>
        </p:nvSpPr>
        <p:spPr>
          <a:xfrm>
            <a:off x="360365" y="1484308"/>
            <a:ext cx="4603747" cy="3781428"/>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FCDD8C83-3FF6-0FF9-67EB-A68393D161E9}"/>
              </a:ext>
            </a:extLst>
          </p:cNvPr>
          <p:cNvSpPr txBox="1">
            <a:spLocks noGrp="1"/>
          </p:cNvSpPr>
          <p:nvPr>
            <p:ph idx="2"/>
          </p:nvPr>
        </p:nvSpPr>
        <p:spPr>
          <a:xfrm>
            <a:off x="5116516" y="1484308"/>
            <a:ext cx="4603747" cy="3781428"/>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943B7AC-A9E9-D70B-00F4-C2B7900B3A3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566CCB74-AA47-452A-D571-774E54D377E3}"/>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1044516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957400-DC1A-F78B-B363-4359453CFF5E}"/>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0C903322-D6C3-C9C5-0163-4B6A965473D5}"/>
              </a:ext>
            </a:extLst>
          </p:cNvPr>
          <p:cNvSpPr txBox="1">
            <a:spLocks noGrp="1"/>
          </p:cNvSpPr>
          <p:nvPr>
            <p:ph type="body" idx="1"/>
          </p:nvPr>
        </p:nvSpPr>
        <p:spPr>
          <a:xfrm>
            <a:off x="693736" y="1390646"/>
            <a:ext cx="4265611" cy="681035"/>
          </a:xfrm>
        </p:spPr>
        <p:txBody>
          <a:bodyPr anchor="b"/>
          <a:lstStyle>
            <a:lvl1pPr>
              <a:defRPr/>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D5ABFFE-8A08-8CAA-9019-CE8F73A678EF}"/>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83E08A6-7D84-EBEB-5213-3C80464BC380}"/>
              </a:ext>
            </a:extLst>
          </p:cNvPr>
          <p:cNvSpPr txBox="1">
            <a:spLocks noGrp="1"/>
          </p:cNvSpPr>
          <p:nvPr>
            <p:ph type="body" idx="3"/>
          </p:nvPr>
        </p:nvSpPr>
        <p:spPr>
          <a:xfrm>
            <a:off x="5103815" y="1390646"/>
            <a:ext cx="4284658" cy="681035"/>
          </a:xfrm>
        </p:spPr>
        <p:txBody>
          <a:bodyPr anchor="b"/>
          <a:lstStyle>
            <a:lvl1pPr>
              <a:defRPr/>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C6CC157-4B42-8573-0E08-BB90355A9C9B}"/>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49688FE-B154-CDF4-0878-E4B4D9DD315A}"/>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5228FBB6-CB26-0297-8C09-27D70B2055F2}"/>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2495634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8338D-8252-EA44-6466-2B3E42651AD7}"/>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BF3AE1BD-2385-2FE8-4499-13202713AD53}"/>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9476860B-45D9-89C9-8795-378F89A9A773}"/>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925958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54FD526-BC7D-A147-24F4-528F56449E59}"/>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FFBE33F3-86C8-1E9B-ACCD-011709E3782A}"/>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4350207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2B29CF-2542-5F6C-76E7-00918C791EED}"/>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25B70E1C-7E9C-C2B1-63D6-7384B5B1E0ED}"/>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4FA8FAB-F1F3-CE4F-B16D-650743411D20}"/>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8AFE855-7A6B-7DC5-1563-8DE07F9F90A3}"/>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DC459B6F-BD1E-235E-9A52-CBD13CA6D37F}"/>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608379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63AE6-0752-7B74-A889-F913E3677AC8}"/>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BD967C6D-1FB0-2CC0-ABCF-158D3DCA707A}"/>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71530463-7B88-BAF9-A5D0-09402EAE533A}"/>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5401149-7F0A-394D-5D64-3E38AA1C9B65}"/>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79C3F8A2-86E9-58B7-0C4F-908D95BC0ACB}"/>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55685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395CBE-33EF-8D26-9FF8-CDC4A8E9BE3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9F45ADAA-DBE8-6C55-719A-D180AEBA765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F2CEBFE-F12E-A405-2190-C838D45578A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7CE706C7-577E-DF14-CE5A-8DA6AC99D131}"/>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95644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CA2EEDD-4399-209C-D6AC-E1CAEC13D010}"/>
              </a:ext>
            </a:extLst>
          </p:cNvPr>
          <p:cNvSpPr txBox="1">
            <a:spLocks noGrp="1"/>
          </p:cNvSpPr>
          <p:nvPr>
            <p:ph type="title" orient="vert"/>
          </p:nvPr>
        </p:nvSpPr>
        <p:spPr>
          <a:xfrm>
            <a:off x="7380286" y="225427"/>
            <a:ext cx="2339977" cy="5040309"/>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650D5937-786D-F7FE-557B-A478FAF3C683}"/>
              </a:ext>
            </a:extLst>
          </p:cNvPr>
          <p:cNvSpPr txBox="1">
            <a:spLocks noGrp="1"/>
          </p:cNvSpPr>
          <p:nvPr>
            <p:ph type="body" orient="vert" idx="1"/>
          </p:nvPr>
        </p:nvSpPr>
        <p:spPr>
          <a:xfrm>
            <a:off x="360365" y="225427"/>
            <a:ext cx="6867528" cy="5040309"/>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C53B096-6856-3D6B-E4B2-D6DD92A60DC9}"/>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0F316A37-0F80-13A5-752B-32A0CF780BA8}"/>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341646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7F2C63-5946-0FB9-2EC8-778ED30E4C3B}"/>
              </a:ext>
            </a:extLst>
          </p:cNvPr>
          <p:cNvSpPr txBox="1">
            <a:spLocks noGrp="1"/>
          </p:cNvSpPr>
          <p:nvPr>
            <p:ph type="ctrTitle"/>
          </p:nvPr>
        </p:nvSpPr>
        <p:spPr>
          <a:xfrm>
            <a:off x="1260472" y="928692"/>
            <a:ext cx="7559673" cy="1973266"/>
          </a:xfrm>
        </p:spPr>
        <p:txBody>
          <a:bodyPr anchor="b"/>
          <a:lstStyle>
            <a:lvl1pP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3766DAAF-C03F-6489-5806-ADF92F5C1E79}"/>
              </a:ext>
            </a:extLst>
          </p:cNvPr>
          <p:cNvSpPr txBox="1">
            <a:spLocks noGrp="1"/>
          </p:cNvSpPr>
          <p:nvPr>
            <p:ph type="subTitle" idx="1"/>
          </p:nvPr>
        </p:nvSpPr>
        <p:spPr>
          <a:xfrm>
            <a:off x="1260472" y="2978145"/>
            <a:ext cx="7559673" cy="1370008"/>
          </a:xfrm>
        </p:spPr>
        <p:txBody>
          <a:bodyPr anchorCtr="1"/>
          <a:lstStyle>
            <a:lvl1pPr algn="ctr">
              <a:defRPr sz="2400"/>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B4933918-775A-E88C-A981-0F0F8ACCDC20}"/>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3FCC09D3-BB4F-004B-D15B-6888FC908B64}"/>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81DF75FE-9CC3-39E6-F82D-BA9EB11DD1FD}"/>
              </a:ext>
            </a:extLst>
          </p:cNvPr>
          <p:cNvSpPr txBox="1">
            <a:spLocks noGrp="1"/>
          </p:cNvSpPr>
          <p:nvPr>
            <p:ph type="sldNum" sz="quarter" idx="8"/>
          </p:nvPr>
        </p:nvSpPr>
        <p:spPr/>
        <p:txBody>
          <a:bodyPr/>
          <a:lstStyle>
            <a:lvl1pPr>
              <a:defRPr/>
            </a:lvl1pPr>
          </a:lstStyle>
          <a:p>
            <a:pPr lvl="0"/>
            <a:fld id="{E9C1042A-9D14-4EBD-AF79-B622C2241E68}" type="slidenum">
              <a:t>‹#›</a:t>
            </a:fld>
            <a:endParaRPr lang="es-ES"/>
          </a:p>
        </p:txBody>
      </p:sp>
    </p:spTree>
    <p:extLst>
      <p:ext uri="{BB962C8B-B14F-4D97-AF65-F5344CB8AC3E}">
        <p14:creationId xmlns:p14="http://schemas.microsoft.com/office/powerpoint/2010/main" val="3274200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935B56-221E-308A-D044-C7A1BCB6E5F4}"/>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80059E78-551A-9058-8F00-C4227C2FA6B2}"/>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5BD8B18-09B7-562C-BB3A-3308448B07DD}"/>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CF154E41-0403-EE4D-2DDE-2AC27D7DFC08}"/>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30796C1E-941A-AC9C-6A59-F0AB7DE6325C}"/>
              </a:ext>
            </a:extLst>
          </p:cNvPr>
          <p:cNvSpPr txBox="1">
            <a:spLocks noGrp="1"/>
          </p:cNvSpPr>
          <p:nvPr>
            <p:ph type="sldNum" sz="quarter" idx="8"/>
          </p:nvPr>
        </p:nvSpPr>
        <p:spPr/>
        <p:txBody>
          <a:bodyPr/>
          <a:lstStyle>
            <a:lvl1pPr>
              <a:defRPr/>
            </a:lvl1pPr>
          </a:lstStyle>
          <a:p>
            <a:pPr lvl="0"/>
            <a:fld id="{423EB97B-34DA-4682-8A38-AF3B8AE9688F}" type="slidenum">
              <a:t>‹#›</a:t>
            </a:fld>
            <a:endParaRPr lang="es-ES"/>
          </a:p>
        </p:txBody>
      </p:sp>
    </p:spTree>
    <p:extLst>
      <p:ext uri="{BB962C8B-B14F-4D97-AF65-F5344CB8AC3E}">
        <p14:creationId xmlns:p14="http://schemas.microsoft.com/office/powerpoint/2010/main" val="436742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9BA023-97AE-3960-4B6C-35C04C97E90D}"/>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1A93DE5D-CDF0-8E05-38E3-07B71CE4A2C5}"/>
              </a:ext>
            </a:extLst>
          </p:cNvPr>
          <p:cNvSpPr txBox="1">
            <a:spLocks noGrp="1"/>
          </p:cNvSpPr>
          <p:nvPr>
            <p:ph type="body" idx="1"/>
          </p:nvPr>
        </p:nvSpPr>
        <p:spPr>
          <a:xfrm>
            <a:off x="687391" y="3794129"/>
            <a:ext cx="8694736" cy="1241426"/>
          </a:xfrm>
        </p:spPr>
        <p:txBody>
          <a:bodyPr/>
          <a:lstStyle>
            <a:lvl1pPr>
              <a:defRPr sz="2400">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1CC92BA-747F-18F7-63BB-23B55D9B186B}"/>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8B4CE622-A848-A5F8-A59F-CA201930C2A7}"/>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5DCD72D3-B60B-81F5-BBDD-24F27E51FF78}"/>
              </a:ext>
            </a:extLst>
          </p:cNvPr>
          <p:cNvSpPr txBox="1">
            <a:spLocks noGrp="1"/>
          </p:cNvSpPr>
          <p:nvPr>
            <p:ph type="sldNum" sz="quarter" idx="8"/>
          </p:nvPr>
        </p:nvSpPr>
        <p:spPr/>
        <p:txBody>
          <a:bodyPr/>
          <a:lstStyle>
            <a:lvl1pPr>
              <a:defRPr/>
            </a:lvl1pPr>
          </a:lstStyle>
          <a:p>
            <a:pPr lvl="0"/>
            <a:fld id="{D77F13D9-3751-41A4-A69D-D41355859AE2}" type="slidenum">
              <a:t>‹#›</a:t>
            </a:fld>
            <a:endParaRPr lang="es-ES"/>
          </a:p>
        </p:txBody>
      </p:sp>
    </p:spTree>
    <p:extLst>
      <p:ext uri="{BB962C8B-B14F-4D97-AF65-F5344CB8AC3E}">
        <p14:creationId xmlns:p14="http://schemas.microsoft.com/office/powerpoint/2010/main" val="3632097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1F6F1-337C-CFB7-02BE-9A8741FF08C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B318311E-509B-2A2F-8261-D025CED4D55F}"/>
              </a:ext>
            </a:extLst>
          </p:cNvPr>
          <p:cNvSpPr txBox="1">
            <a:spLocks noGrp="1"/>
          </p:cNvSpPr>
          <p:nvPr>
            <p:ph idx="1"/>
          </p:nvPr>
        </p:nvSpPr>
        <p:spPr>
          <a:xfrm>
            <a:off x="360365" y="3914775"/>
            <a:ext cx="4603747" cy="1485900"/>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7010DA6-476F-A3BE-9101-D9F94E9CA1B9}"/>
              </a:ext>
            </a:extLst>
          </p:cNvPr>
          <p:cNvSpPr txBox="1">
            <a:spLocks noGrp="1"/>
          </p:cNvSpPr>
          <p:nvPr>
            <p:ph idx="2"/>
          </p:nvPr>
        </p:nvSpPr>
        <p:spPr>
          <a:xfrm>
            <a:off x="5116516" y="3914775"/>
            <a:ext cx="4603747" cy="1485900"/>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FA87C1B-51B7-AF85-A028-5395B23D9191}"/>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9718ADFB-85D8-34B9-C6D7-6D303518B40C}"/>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2B73E14-4D0A-A806-51CC-FB2BF886F840}"/>
              </a:ext>
            </a:extLst>
          </p:cNvPr>
          <p:cNvSpPr txBox="1">
            <a:spLocks noGrp="1"/>
          </p:cNvSpPr>
          <p:nvPr>
            <p:ph type="sldNum" sz="quarter" idx="8"/>
          </p:nvPr>
        </p:nvSpPr>
        <p:spPr/>
        <p:txBody>
          <a:bodyPr/>
          <a:lstStyle>
            <a:lvl1pPr>
              <a:defRPr/>
            </a:lvl1pPr>
          </a:lstStyle>
          <a:p>
            <a:pPr lvl="0"/>
            <a:fld id="{4E174AA7-6C02-4663-BCA3-57EC12D66DAE}" type="slidenum">
              <a:t>‹#›</a:t>
            </a:fld>
            <a:endParaRPr lang="es-ES"/>
          </a:p>
        </p:txBody>
      </p:sp>
    </p:spTree>
    <p:extLst>
      <p:ext uri="{BB962C8B-B14F-4D97-AF65-F5344CB8AC3E}">
        <p14:creationId xmlns:p14="http://schemas.microsoft.com/office/powerpoint/2010/main" val="553756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767D5-109C-7772-72E1-5A26329E82E1}"/>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4AD61446-13D4-8C2F-7C21-E39950C47522}"/>
              </a:ext>
            </a:extLst>
          </p:cNvPr>
          <p:cNvSpPr txBox="1">
            <a:spLocks noGrp="1"/>
          </p:cNvSpPr>
          <p:nvPr>
            <p:ph type="body" idx="1"/>
          </p:nvPr>
        </p:nvSpPr>
        <p:spPr>
          <a:xfrm>
            <a:off x="693736" y="1390646"/>
            <a:ext cx="4265611" cy="681035"/>
          </a:xfrm>
        </p:spPr>
        <p:txBody>
          <a:bodyPr anchor="b"/>
          <a:lstStyle>
            <a:lvl1pPr>
              <a:defRPr sz="2400" b="1"/>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53436D7-A4DF-CEEC-5515-05EBDD59F211}"/>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94E22DA-993C-DB0E-23AE-B6BB7EBCA4FC}"/>
              </a:ext>
            </a:extLst>
          </p:cNvPr>
          <p:cNvSpPr txBox="1">
            <a:spLocks noGrp="1"/>
          </p:cNvSpPr>
          <p:nvPr>
            <p:ph type="body" idx="3"/>
          </p:nvPr>
        </p:nvSpPr>
        <p:spPr>
          <a:xfrm>
            <a:off x="5103815" y="1390646"/>
            <a:ext cx="4284658" cy="681035"/>
          </a:xfrm>
        </p:spPr>
        <p:txBody>
          <a:bodyPr anchor="b"/>
          <a:lstStyle>
            <a:lvl1pPr>
              <a:defRPr sz="2400" b="1"/>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CD14849-FF58-F5C9-70AF-512D246FEF5B}"/>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C7EBFC5C-C130-35F8-0027-89C9D206CBF7}"/>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82AEF2DD-0398-B6CA-1909-F935E8622F96}"/>
              </a:ext>
            </a:extLst>
          </p:cNvPr>
          <p:cNvSpPr txBox="1">
            <a:spLocks noGrp="1"/>
          </p:cNvSpPr>
          <p:nvPr>
            <p:ph type="ftr" sz="quarter" idx="9"/>
          </p:nvPr>
        </p:nvSpPr>
        <p:spPr/>
        <p:txBody>
          <a:bodyPr/>
          <a:lstStyle>
            <a:lvl1pPr>
              <a:defRPr/>
            </a:lvl1pPr>
          </a:lstStyle>
          <a:p>
            <a:pPr lvl="0"/>
            <a:endParaRPr lang="es-ES"/>
          </a:p>
        </p:txBody>
      </p:sp>
      <p:sp>
        <p:nvSpPr>
          <p:cNvPr id="9" name="Marcador de número de diapositiva 8">
            <a:extLst>
              <a:ext uri="{FF2B5EF4-FFF2-40B4-BE49-F238E27FC236}">
                <a16:creationId xmlns:a16="http://schemas.microsoft.com/office/drawing/2014/main" id="{DFEB4112-6B48-E145-947A-3CD44E85943C}"/>
              </a:ext>
            </a:extLst>
          </p:cNvPr>
          <p:cNvSpPr txBox="1">
            <a:spLocks noGrp="1"/>
          </p:cNvSpPr>
          <p:nvPr>
            <p:ph type="sldNum" sz="quarter" idx="8"/>
          </p:nvPr>
        </p:nvSpPr>
        <p:spPr/>
        <p:txBody>
          <a:bodyPr/>
          <a:lstStyle>
            <a:lvl1pPr>
              <a:defRPr/>
            </a:lvl1pPr>
          </a:lstStyle>
          <a:p>
            <a:pPr lvl="0"/>
            <a:fld id="{E41C6468-C2F8-4741-886C-FFA327EFFAC1}" type="slidenum">
              <a:t>‹#›</a:t>
            </a:fld>
            <a:endParaRPr lang="es-ES"/>
          </a:p>
        </p:txBody>
      </p:sp>
    </p:spTree>
    <p:extLst>
      <p:ext uri="{BB962C8B-B14F-4D97-AF65-F5344CB8AC3E}">
        <p14:creationId xmlns:p14="http://schemas.microsoft.com/office/powerpoint/2010/main" val="1065309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DB8C9-6740-11D8-B21C-693D66D6A5BC}"/>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D08D6EDD-5E1D-9EB2-F05F-2EBFDC6A78FE}"/>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0BD60AB6-5387-4FB6-8BA2-4D356B0B8965}"/>
              </a:ext>
            </a:extLst>
          </p:cNvPr>
          <p:cNvSpPr txBox="1">
            <a:spLocks noGrp="1"/>
          </p:cNvSpPr>
          <p:nvPr>
            <p:ph type="ftr" sz="quarter" idx="9"/>
          </p:nvPr>
        </p:nvSpPr>
        <p:spPr/>
        <p:txBody>
          <a:bodyPr/>
          <a:lstStyle>
            <a:lvl1pPr>
              <a:defRPr/>
            </a:lvl1pPr>
          </a:lstStyle>
          <a:p>
            <a:pPr lvl="0"/>
            <a:endParaRPr lang="es-ES"/>
          </a:p>
        </p:txBody>
      </p:sp>
      <p:sp>
        <p:nvSpPr>
          <p:cNvPr id="5" name="Marcador de número de diapositiva 4">
            <a:extLst>
              <a:ext uri="{FF2B5EF4-FFF2-40B4-BE49-F238E27FC236}">
                <a16:creationId xmlns:a16="http://schemas.microsoft.com/office/drawing/2014/main" id="{C7A77C2A-8E95-86C2-449B-A4496D8DD099}"/>
              </a:ext>
            </a:extLst>
          </p:cNvPr>
          <p:cNvSpPr txBox="1">
            <a:spLocks noGrp="1"/>
          </p:cNvSpPr>
          <p:nvPr>
            <p:ph type="sldNum" sz="quarter" idx="8"/>
          </p:nvPr>
        </p:nvSpPr>
        <p:spPr/>
        <p:txBody>
          <a:bodyPr/>
          <a:lstStyle>
            <a:lvl1pPr>
              <a:defRPr/>
            </a:lvl1pPr>
          </a:lstStyle>
          <a:p>
            <a:pPr lvl="0"/>
            <a:fld id="{4F834BE9-ADE1-4DBC-AB3E-AA1EB2860A61}" type="slidenum">
              <a:t>‹#›</a:t>
            </a:fld>
            <a:endParaRPr lang="es-ES"/>
          </a:p>
        </p:txBody>
      </p:sp>
    </p:spTree>
    <p:extLst>
      <p:ext uri="{BB962C8B-B14F-4D97-AF65-F5344CB8AC3E}">
        <p14:creationId xmlns:p14="http://schemas.microsoft.com/office/powerpoint/2010/main" val="2649708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30081E-5772-D5C9-08AE-4F0B1C06A406}"/>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EBF13DED-7DA7-422E-4533-E4CAA356089E}"/>
              </a:ext>
            </a:extLst>
          </p:cNvPr>
          <p:cNvSpPr txBox="1">
            <a:spLocks noGrp="1"/>
          </p:cNvSpPr>
          <p:nvPr>
            <p:ph type="ftr" sz="quarter" idx="9"/>
          </p:nvPr>
        </p:nvSpPr>
        <p:spPr/>
        <p:txBody>
          <a:bodyPr/>
          <a:lstStyle>
            <a:lvl1pPr>
              <a:defRPr/>
            </a:lvl1pPr>
          </a:lstStyle>
          <a:p>
            <a:pPr lvl="0"/>
            <a:endParaRPr lang="es-ES"/>
          </a:p>
        </p:txBody>
      </p:sp>
      <p:sp>
        <p:nvSpPr>
          <p:cNvPr id="4" name="Marcador de número de diapositiva 3">
            <a:extLst>
              <a:ext uri="{FF2B5EF4-FFF2-40B4-BE49-F238E27FC236}">
                <a16:creationId xmlns:a16="http://schemas.microsoft.com/office/drawing/2014/main" id="{D5FBDBD8-B22A-D862-2914-4269E7266A88}"/>
              </a:ext>
            </a:extLst>
          </p:cNvPr>
          <p:cNvSpPr txBox="1">
            <a:spLocks noGrp="1"/>
          </p:cNvSpPr>
          <p:nvPr>
            <p:ph type="sldNum" sz="quarter" idx="8"/>
          </p:nvPr>
        </p:nvSpPr>
        <p:spPr/>
        <p:txBody>
          <a:bodyPr/>
          <a:lstStyle>
            <a:lvl1pPr>
              <a:defRPr/>
            </a:lvl1pPr>
          </a:lstStyle>
          <a:p>
            <a:pPr lvl="0"/>
            <a:fld id="{38CC562E-4259-451F-8DC1-67048490F0B7}" type="slidenum">
              <a:t>‹#›</a:t>
            </a:fld>
            <a:endParaRPr lang="es-ES"/>
          </a:p>
        </p:txBody>
      </p:sp>
    </p:spTree>
    <p:extLst>
      <p:ext uri="{BB962C8B-B14F-4D97-AF65-F5344CB8AC3E}">
        <p14:creationId xmlns:p14="http://schemas.microsoft.com/office/powerpoint/2010/main" val="90080985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36E8C-9AC2-5475-F938-E73A1A205004}"/>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27C9F1CE-75DE-A375-4A56-873F2C8BCA20}"/>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4DA9412-19CA-B08A-ACE2-E91D76248C74}"/>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B2FDAED-1148-9E67-65E8-F55627F9B751}"/>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0138087D-F9EF-5AF4-31BA-0B80FEB5D6FD}"/>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306F01C-6BA0-7957-D4A7-968E39A31B20}"/>
              </a:ext>
            </a:extLst>
          </p:cNvPr>
          <p:cNvSpPr txBox="1">
            <a:spLocks noGrp="1"/>
          </p:cNvSpPr>
          <p:nvPr>
            <p:ph type="sldNum" sz="quarter" idx="8"/>
          </p:nvPr>
        </p:nvSpPr>
        <p:spPr/>
        <p:txBody>
          <a:bodyPr/>
          <a:lstStyle>
            <a:lvl1pPr>
              <a:defRPr/>
            </a:lvl1pPr>
          </a:lstStyle>
          <a:p>
            <a:pPr lvl="0"/>
            <a:fld id="{1410AB1E-58B0-4F9D-94F3-E7E83E664D76}" type="slidenum">
              <a:t>‹#›</a:t>
            </a:fld>
            <a:endParaRPr lang="es-ES"/>
          </a:p>
        </p:txBody>
      </p:sp>
    </p:spTree>
    <p:extLst>
      <p:ext uri="{BB962C8B-B14F-4D97-AF65-F5344CB8AC3E}">
        <p14:creationId xmlns:p14="http://schemas.microsoft.com/office/powerpoint/2010/main" val="17115211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D2ED09-9CF5-9A05-A306-F48A3DFBEF6D}"/>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66F4331A-2208-CAF3-25E5-FFEF2E949921}"/>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FAC2A124-7447-279C-D7AA-DB027BE22B71}"/>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809F887-7BF8-6AEA-5394-85623F60C17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CA141C3A-E912-74C1-686D-7646C88F42E6}"/>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F6123AAF-5AFD-0830-858D-2A1B9D3AFBF8}"/>
              </a:ext>
            </a:extLst>
          </p:cNvPr>
          <p:cNvSpPr txBox="1">
            <a:spLocks noGrp="1"/>
          </p:cNvSpPr>
          <p:nvPr>
            <p:ph type="sldNum" sz="quarter" idx="8"/>
          </p:nvPr>
        </p:nvSpPr>
        <p:spPr/>
        <p:txBody>
          <a:bodyPr/>
          <a:lstStyle>
            <a:lvl1pPr>
              <a:defRPr/>
            </a:lvl1pPr>
          </a:lstStyle>
          <a:p>
            <a:pPr lvl="0"/>
            <a:fld id="{73D933CA-D653-4094-9A86-14D9F814373B}" type="slidenum">
              <a:t>‹#›</a:t>
            </a:fld>
            <a:endParaRPr lang="es-ES"/>
          </a:p>
        </p:txBody>
      </p:sp>
    </p:spTree>
    <p:extLst>
      <p:ext uri="{BB962C8B-B14F-4D97-AF65-F5344CB8AC3E}">
        <p14:creationId xmlns:p14="http://schemas.microsoft.com/office/powerpoint/2010/main" val="163039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01F17-0245-43AE-7E90-B7583227198B}"/>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FE2F8DF9-E449-6BB8-68E2-42082141BFE8}"/>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81D0110-A61F-A47D-049B-CFE767AF0A75}"/>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5DDCA2DE-7E3D-7E48-3628-1301EE96C38F}"/>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3DA38E19-F09E-017C-E6E1-DA8293E7B268}"/>
              </a:ext>
            </a:extLst>
          </p:cNvPr>
          <p:cNvSpPr txBox="1">
            <a:spLocks noGrp="1"/>
          </p:cNvSpPr>
          <p:nvPr>
            <p:ph type="sldNum" sz="quarter" idx="8"/>
          </p:nvPr>
        </p:nvSpPr>
        <p:spPr/>
        <p:txBody>
          <a:bodyPr/>
          <a:lstStyle>
            <a:lvl1pPr>
              <a:defRPr/>
            </a:lvl1pPr>
          </a:lstStyle>
          <a:p>
            <a:pPr lvl="0"/>
            <a:fld id="{7D4CB41B-7C32-4693-81BF-5B1AD60B606D}" type="slidenum">
              <a:t>‹#›</a:t>
            </a:fld>
            <a:endParaRPr lang="es-ES"/>
          </a:p>
        </p:txBody>
      </p:sp>
    </p:spTree>
    <p:extLst>
      <p:ext uri="{BB962C8B-B14F-4D97-AF65-F5344CB8AC3E}">
        <p14:creationId xmlns:p14="http://schemas.microsoft.com/office/powerpoint/2010/main" val="3997661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509D577-37BF-1DF5-E1B4-B29AAEF9022C}"/>
              </a:ext>
            </a:extLst>
          </p:cNvPr>
          <p:cNvSpPr txBox="1">
            <a:spLocks noGrp="1"/>
          </p:cNvSpPr>
          <p:nvPr>
            <p:ph type="title" orient="vert"/>
          </p:nvPr>
        </p:nvSpPr>
        <p:spPr>
          <a:xfrm>
            <a:off x="7380286" y="2835270"/>
            <a:ext cx="2339977" cy="2565404"/>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CF9B8E9E-61BA-41D9-9A12-3CCC3F4E2064}"/>
              </a:ext>
            </a:extLst>
          </p:cNvPr>
          <p:cNvSpPr txBox="1">
            <a:spLocks noGrp="1"/>
          </p:cNvSpPr>
          <p:nvPr>
            <p:ph type="body" orient="vert" idx="1"/>
          </p:nvPr>
        </p:nvSpPr>
        <p:spPr>
          <a:xfrm>
            <a:off x="360365" y="2835270"/>
            <a:ext cx="6867528" cy="2565404"/>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20414CA-1924-939F-57A2-04DE58B7E51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5F3A443C-D968-A4A8-8CC7-960FCFF57943}"/>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2D4D3A0E-50DD-85B2-D01F-AD6FBB6E8331}"/>
              </a:ext>
            </a:extLst>
          </p:cNvPr>
          <p:cNvSpPr txBox="1">
            <a:spLocks noGrp="1"/>
          </p:cNvSpPr>
          <p:nvPr>
            <p:ph type="sldNum" sz="quarter" idx="8"/>
          </p:nvPr>
        </p:nvSpPr>
        <p:spPr/>
        <p:txBody>
          <a:bodyPr/>
          <a:lstStyle>
            <a:lvl1pPr>
              <a:defRPr/>
            </a:lvl1pPr>
          </a:lstStyle>
          <a:p>
            <a:pPr lvl="0"/>
            <a:fld id="{A570918B-91B3-446A-AE46-DCB31A84BA4F}" type="slidenum">
              <a:t>‹#›</a:t>
            </a:fld>
            <a:endParaRPr lang="es-ES"/>
          </a:p>
        </p:txBody>
      </p:sp>
    </p:spTree>
    <p:extLst>
      <p:ext uri="{BB962C8B-B14F-4D97-AF65-F5344CB8AC3E}">
        <p14:creationId xmlns:p14="http://schemas.microsoft.com/office/powerpoint/2010/main" val="2784780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C28D1-92DE-F2C4-2085-FBC8BD4C9F06}"/>
              </a:ext>
            </a:extLst>
          </p:cNvPr>
          <p:cNvSpPr txBox="1">
            <a:spLocks noGrp="1"/>
          </p:cNvSpPr>
          <p:nvPr>
            <p:ph type="ctrTitle"/>
          </p:nvPr>
        </p:nvSpPr>
        <p:spPr>
          <a:xfrm>
            <a:off x="1260472" y="928692"/>
            <a:ext cx="7559673" cy="1973266"/>
          </a:xfrm>
        </p:spPr>
        <p:txBody>
          <a:bodyPr anchor="b"/>
          <a:lstStyle>
            <a:lvl1pP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A462B4D6-A45D-969A-B42C-181B519B91DF}"/>
              </a:ext>
            </a:extLst>
          </p:cNvPr>
          <p:cNvSpPr txBox="1">
            <a:spLocks noGrp="1"/>
          </p:cNvSpPr>
          <p:nvPr>
            <p:ph type="subTitle" idx="1"/>
          </p:nvPr>
        </p:nvSpPr>
        <p:spPr>
          <a:xfrm>
            <a:off x="1260472" y="2978145"/>
            <a:ext cx="7559673" cy="1370008"/>
          </a:xfrm>
        </p:spPr>
        <p:txBody>
          <a:bodyPr anchorCtr="1"/>
          <a:lstStyle>
            <a:lvl1pPr algn="ctr">
              <a:defRPr sz="2400"/>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9D667BDD-05A6-224D-47DB-1CDB8B6504CF}"/>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EAFF5F29-8392-5264-6D0C-8947BC5450F9}"/>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7A363D4C-7586-E25B-AD85-73D630C12129}"/>
              </a:ext>
            </a:extLst>
          </p:cNvPr>
          <p:cNvSpPr txBox="1">
            <a:spLocks noGrp="1"/>
          </p:cNvSpPr>
          <p:nvPr>
            <p:ph type="sldNum" sz="quarter" idx="8"/>
          </p:nvPr>
        </p:nvSpPr>
        <p:spPr/>
        <p:txBody>
          <a:bodyPr/>
          <a:lstStyle>
            <a:lvl1pPr>
              <a:defRPr/>
            </a:lvl1pPr>
          </a:lstStyle>
          <a:p>
            <a:pPr lvl="0"/>
            <a:fld id="{B75545E8-DF4C-4143-ACE3-AABB863ACEB0}" type="slidenum">
              <a:t>‹#›</a:t>
            </a:fld>
            <a:endParaRPr lang="es-ES"/>
          </a:p>
        </p:txBody>
      </p:sp>
    </p:spTree>
    <p:extLst>
      <p:ext uri="{BB962C8B-B14F-4D97-AF65-F5344CB8AC3E}">
        <p14:creationId xmlns:p14="http://schemas.microsoft.com/office/powerpoint/2010/main" val="24664851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E5492-893C-34BA-41A9-1E9662788745}"/>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3F986455-EC40-8FF8-3CE3-44FC68C4A8A3}"/>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EA9AD4D-9DB0-A8B3-1CFC-34E98B9B2A4A}"/>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7A1DDB9-EFC7-4BF8-37C5-98E59837984E}"/>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296DD592-7115-9A36-6CA4-25D453C08765}"/>
              </a:ext>
            </a:extLst>
          </p:cNvPr>
          <p:cNvSpPr txBox="1">
            <a:spLocks noGrp="1"/>
          </p:cNvSpPr>
          <p:nvPr>
            <p:ph type="sldNum" sz="quarter" idx="8"/>
          </p:nvPr>
        </p:nvSpPr>
        <p:spPr/>
        <p:txBody>
          <a:bodyPr/>
          <a:lstStyle>
            <a:lvl1pPr>
              <a:defRPr/>
            </a:lvl1pPr>
          </a:lstStyle>
          <a:p>
            <a:pPr lvl="0"/>
            <a:fld id="{4721549A-6D14-4262-8DCD-3324D9715331}" type="slidenum">
              <a:t>‹#›</a:t>
            </a:fld>
            <a:endParaRPr lang="es-ES"/>
          </a:p>
        </p:txBody>
      </p:sp>
    </p:spTree>
    <p:extLst>
      <p:ext uri="{BB962C8B-B14F-4D97-AF65-F5344CB8AC3E}">
        <p14:creationId xmlns:p14="http://schemas.microsoft.com/office/powerpoint/2010/main" val="180175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4D7E55-4DAC-4BBE-5CD7-EC4809804C6A}"/>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B76F0558-9FDD-A272-9C4C-13FDA727AF46}"/>
              </a:ext>
            </a:extLst>
          </p:cNvPr>
          <p:cNvSpPr txBox="1">
            <a:spLocks noGrp="1"/>
          </p:cNvSpPr>
          <p:nvPr>
            <p:ph type="body" idx="1"/>
          </p:nvPr>
        </p:nvSpPr>
        <p:spPr>
          <a:xfrm>
            <a:off x="687391" y="3794129"/>
            <a:ext cx="8694736" cy="1241426"/>
          </a:xfrm>
        </p:spPr>
        <p:txBody>
          <a:bodyPr/>
          <a:lstStyle>
            <a:lvl1pPr>
              <a:defRPr sz="2400">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2CEDD9F-6805-B46C-841B-43B3388A0F9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E8D0F504-34D6-0E7D-AE3E-B54F622A7A97}"/>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A4441BFB-5784-87EA-FAF9-DCF059D97FE6}"/>
              </a:ext>
            </a:extLst>
          </p:cNvPr>
          <p:cNvSpPr txBox="1">
            <a:spLocks noGrp="1"/>
          </p:cNvSpPr>
          <p:nvPr>
            <p:ph type="sldNum" sz="quarter" idx="8"/>
          </p:nvPr>
        </p:nvSpPr>
        <p:spPr/>
        <p:txBody>
          <a:bodyPr/>
          <a:lstStyle>
            <a:lvl1pPr>
              <a:defRPr/>
            </a:lvl1pPr>
          </a:lstStyle>
          <a:p>
            <a:pPr lvl="0"/>
            <a:fld id="{52E2169F-D324-49D9-AFD0-387B433A8BF2}" type="slidenum">
              <a:t>‹#›</a:t>
            </a:fld>
            <a:endParaRPr lang="es-ES"/>
          </a:p>
        </p:txBody>
      </p:sp>
    </p:spTree>
    <p:extLst>
      <p:ext uri="{BB962C8B-B14F-4D97-AF65-F5344CB8AC3E}">
        <p14:creationId xmlns:p14="http://schemas.microsoft.com/office/powerpoint/2010/main" val="1248387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FCC252-39FF-36FF-DECC-85AC9F9D0F88}"/>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740593A9-1AA8-7745-9226-C125F25FFD38}"/>
              </a:ext>
            </a:extLst>
          </p:cNvPr>
          <p:cNvSpPr txBox="1">
            <a:spLocks noGrp="1"/>
          </p:cNvSpPr>
          <p:nvPr>
            <p:ph idx="1"/>
          </p:nvPr>
        </p:nvSpPr>
        <p:spPr>
          <a:xfrm>
            <a:off x="3419471" y="3240084"/>
            <a:ext cx="3073398" cy="1619246"/>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0017B06-D2D0-2590-F706-0F59C76DB33C}"/>
              </a:ext>
            </a:extLst>
          </p:cNvPr>
          <p:cNvSpPr txBox="1">
            <a:spLocks noGrp="1"/>
          </p:cNvSpPr>
          <p:nvPr>
            <p:ph idx="2"/>
          </p:nvPr>
        </p:nvSpPr>
        <p:spPr>
          <a:xfrm>
            <a:off x="6645273" y="3240084"/>
            <a:ext cx="3074990" cy="1619246"/>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7EC3BD9-B92C-866B-7935-F5B656673999}"/>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ABD9E434-B6ED-F3CA-D383-03CD04750454}"/>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43C7383-9ED8-26A4-A267-3B630AF7EA23}"/>
              </a:ext>
            </a:extLst>
          </p:cNvPr>
          <p:cNvSpPr txBox="1">
            <a:spLocks noGrp="1"/>
          </p:cNvSpPr>
          <p:nvPr>
            <p:ph type="sldNum" sz="quarter" idx="8"/>
          </p:nvPr>
        </p:nvSpPr>
        <p:spPr/>
        <p:txBody>
          <a:bodyPr/>
          <a:lstStyle>
            <a:lvl1pPr>
              <a:defRPr/>
            </a:lvl1pPr>
          </a:lstStyle>
          <a:p>
            <a:pPr lvl="0"/>
            <a:fld id="{0B3A6C39-FE94-42CB-8A5B-DAB8635C9EB0}" type="slidenum">
              <a:t>‹#›</a:t>
            </a:fld>
            <a:endParaRPr lang="es-ES"/>
          </a:p>
        </p:txBody>
      </p:sp>
    </p:spTree>
    <p:extLst>
      <p:ext uri="{BB962C8B-B14F-4D97-AF65-F5344CB8AC3E}">
        <p14:creationId xmlns:p14="http://schemas.microsoft.com/office/powerpoint/2010/main" val="21235856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57BA3-12E1-53DE-3F05-5BC365AF5D30}"/>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372AFE2B-A8DE-B08C-A7BB-D0E6743C1426}"/>
              </a:ext>
            </a:extLst>
          </p:cNvPr>
          <p:cNvSpPr txBox="1">
            <a:spLocks noGrp="1"/>
          </p:cNvSpPr>
          <p:nvPr>
            <p:ph type="body" idx="1"/>
          </p:nvPr>
        </p:nvSpPr>
        <p:spPr>
          <a:xfrm>
            <a:off x="693736" y="1390646"/>
            <a:ext cx="4265611" cy="681035"/>
          </a:xfrm>
        </p:spPr>
        <p:txBody>
          <a:bodyPr anchor="b"/>
          <a:lstStyle>
            <a:lvl1pPr>
              <a:defRPr sz="2400" b="1"/>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01CB9C1-5DFE-5FD0-AA45-7B5D7EB10044}"/>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0D0DF41-805F-686D-D0FB-F8AB1BC3CDB4}"/>
              </a:ext>
            </a:extLst>
          </p:cNvPr>
          <p:cNvSpPr txBox="1">
            <a:spLocks noGrp="1"/>
          </p:cNvSpPr>
          <p:nvPr>
            <p:ph type="body" idx="3"/>
          </p:nvPr>
        </p:nvSpPr>
        <p:spPr>
          <a:xfrm>
            <a:off x="5103815" y="1390646"/>
            <a:ext cx="4284658" cy="681035"/>
          </a:xfrm>
        </p:spPr>
        <p:txBody>
          <a:bodyPr anchor="b"/>
          <a:lstStyle>
            <a:lvl1pPr>
              <a:defRPr sz="2400" b="1"/>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E7E28B2-F787-A337-8928-E44D7DBC0665}"/>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1D36B26B-BD81-4E25-3308-DE585FD0FC02}"/>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0558AD32-0C72-F81F-6CE4-8C59122E9F39}"/>
              </a:ext>
            </a:extLst>
          </p:cNvPr>
          <p:cNvSpPr txBox="1">
            <a:spLocks noGrp="1"/>
          </p:cNvSpPr>
          <p:nvPr>
            <p:ph type="ftr" sz="quarter" idx="9"/>
          </p:nvPr>
        </p:nvSpPr>
        <p:spPr/>
        <p:txBody>
          <a:bodyPr/>
          <a:lstStyle>
            <a:lvl1pPr>
              <a:defRPr/>
            </a:lvl1pPr>
          </a:lstStyle>
          <a:p>
            <a:pPr lvl="0"/>
            <a:endParaRPr lang="es-ES"/>
          </a:p>
        </p:txBody>
      </p:sp>
      <p:sp>
        <p:nvSpPr>
          <p:cNvPr id="9" name="Marcador de número de diapositiva 8">
            <a:extLst>
              <a:ext uri="{FF2B5EF4-FFF2-40B4-BE49-F238E27FC236}">
                <a16:creationId xmlns:a16="http://schemas.microsoft.com/office/drawing/2014/main" id="{56725C4E-770E-AE29-91DA-E3A51188A466}"/>
              </a:ext>
            </a:extLst>
          </p:cNvPr>
          <p:cNvSpPr txBox="1">
            <a:spLocks noGrp="1"/>
          </p:cNvSpPr>
          <p:nvPr>
            <p:ph type="sldNum" sz="quarter" idx="8"/>
          </p:nvPr>
        </p:nvSpPr>
        <p:spPr/>
        <p:txBody>
          <a:bodyPr/>
          <a:lstStyle>
            <a:lvl1pPr>
              <a:defRPr/>
            </a:lvl1pPr>
          </a:lstStyle>
          <a:p>
            <a:pPr lvl="0"/>
            <a:fld id="{E1D9CB2F-2BA3-486E-8461-741CC0FBE7E2}" type="slidenum">
              <a:t>‹#›</a:t>
            </a:fld>
            <a:endParaRPr lang="es-ES"/>
          </a:p>
        </p:txBody>
      </p:sp>
    </p:spTree>
    <p:extLst>
      <p:ext uri="{BB962C8B-B14F-4D97-AF65-F5344CB8AC3E}">
        <p14:creationId xmlns:p14="http://schemas.microsoft.com/office/powerpoint/2010/main" val="28798141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BB2E0B-8991-F766-47DF-676A6B60C48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716FA1C9-CBED-4F39-3EFA-82693A5956F3}"/>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FF9D8561-74B4-57A1-F1AA-010C0049B5C9}"/>
              </a:ext>
            </a:extLst>
          </p:cNvPr>
          <p:cNvSpPr txBox="1">
            <a:spLocks noGrp="1"/>
          </p:cNvSpPr>
          <p:nvPr>
            <p:ph type="ftr" sz="quarter" idx="9"/>
          </p:nvPr>
        </p:nvSpPr>
        <p:spPr/>
        <p:txBody>
          <a:bodyPr/>
          <a:lstStyle>
            <a:lvl1pPr>
              <a:defRPr/>
            </a:lvl1pPr>
          </a:lstStyle>
          <a:p>
            <a:pPr lvl="0"/>
            <a:endParaRPr lang="es-ES"/>
          </a:p>
        </p:txBody>
      </p:sp>
      <p:sp>
        <p:nvSpPr>
          <p:cNvPr id="5" name="Marcador de número de diapositiva 4">
            <a:extLst>
              <a:ext uri="{FF2B5EF4-FFF2-40B4-BE49-F238E27FC236}">
                <a16:creationId xmlns:a16="http://schemas.microsoft.com/office/drawing/2014/main" id="{FE201416-9427-472E-C93C-A37D818AB298}"/>
              </a:ext>
            </a:extLst>
          </p:cNvPr>
          <p:cNvSpPr txBox="1">
            <a:spLocks noGrp="1"/>
          </p:cNvSpPr>
          <p:nvPr>
            <p:ph type="sldNum" sz="quarter" idx="8"/>
          </p:nvPr>
        </p:nvSpPr>
        <p:spPr/>
        <p:txBody>
          <a:bodyPr/>
          <a:lstStyle>
            <a:lvl1pPr>
              <a:defRPr/>
            </a:lvl1pPr>
          </a:lstStyle>
          <a:p>
            <a:pPr lvl="0"/>
            <a:fld id="{B599052C-2F16-435F-A972-FDAA1FF19E2C}" type="slidenum">
              <a:t>‹#›</a:t>
            </a:fld>
            <a:endParaRPr lang="es-ES"/>
          </a:p>
        </p:txBody>
      </p:sp>
    </p:spTree>
    <p:extLst>
      <p:ext uri="{BB962C8B-B14F-4D97-AF65-F5344CB8AC3E}">
        <p14:creationId xmlns:p14="http://schemas.microsoft.com/office/powerpoint/2010/main" val="11808728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9470A78-5A72-7B72-2014-01C17526F7DF}"/>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73086614-BC1E-2E45-D1FA-4FE26A9C82A4}"/>
              </a:ext>
            </a:extLst>
          </p:cNvPr>
          <p:cNvSpPr txBox="1">
            <a:spLocks noGrp="1"/>
          </p:cNvSpPr>
          <p:nvPr>
            <p:ph type="ftr" sz="quarter" idx="9"/>
          </p:nvPr>
        </p:nvSpPr>
        <p:spPr/>
        <p:txBody>
          <a:bodyPr/>
          <a:lstStyle>
            <a:lvl1pPr>
              <a:defRPr/>
            </a:lvl1pPr>
          </a:lstStyle>
          <a:p>
            <a:pPr lvl="0"/>
            <a:endParaRPr lang="es-ES"/>
          </a:p>
        </p:txBody>
      </p:sp>
      <p:sp>
        <p:nvSpPr>
          <p:cNvPr id="4" name="Marcador de número de diapositiva 3">
            <a:extLst>
              <a:ext uri="{FF2B5EF4-FFF2-40B4-BE49-F238E27FC236}">
                <a16:creationId xmlns:a16="http://schemas.microsoft.com/office/drawing/2014/main" id="{E2764A49-4836-B77B-3155-CB35C28129EE}"/>
              </a:ext>
            </a:extLst>
          </p:cNvPr>
          <p:cNvSpPr txBox="1">
            <a:spLocks noGrp="1"/>
          </p:cNvSpPr>
          <p:nvPr>
            <p:ph type="sldNum" sz="quarter" idx="8"/>
          </p:nvPr>
        </p:nvSpPr>
        <p:spPr/>
        <p:txBody>
          <a:bodyPr/>
          <a:lstStyle>
            <a:lvl1pPr>
              <a:defRPr/>
            </a:lvl1pPr>
          </a:lstStyle>
          <a:p>
            <a:pPr lvl="0"/>
            <a:fld id="{2B820339-2F39-42B9-A0C5-990E131D007A}" type="slidenum">
              <a:t>‹#›</a:t>
            </a:fld>
            <a:endParaRPr lang="es-ES"/>
          </a:p>
        </p:txBody>
      </p:sp>
    </p:spTree>
    <p:extLst>
      <p:ext uri="{BB962C8B-B14F-4D97-AF65-F5344CB8AC3E}">
        <p14:creationId xmlns:p14="http://schemas.microsoft.com/office/powerpoint/2010/main" val="23111968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5E6992-2D05-DBBA-FAA1-B8DECFD5BD03}"/>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AB171966-C0C0-02B1-D6F9-2C41445699B2}"/>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C031CC7-95D0-A653-69FD-942C0278CB9B}"/>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206033-83CC-D06B-997C-1F8D60D0D3C9}"/>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B6CFC3D9-F253-8B1D-489C-C8C4581C209E}"/>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A305AAF3-DD1E-A79F-8F4C-5D41F91A7E2E}"/>
              </a:ext>
            </a:extLst>
          </p:cNvPr>
          <p:cNvSpPr txBox="1">
            <a:spLocks noGrp="1"/>
          </p:cNvSpPr>
          <p:nvPr>
            <p:ph type="sldNum" sz="quarter" idx="8"/>
          </p:nvPr>
        </p:nvSpPr>
        <p:spPr/>
        <p:txBody>
          <a:bodyPr/>
          <a:lstStyle>
            <a:lvl1pPr>
              <a:defRPr/>
            </a:lvl1pPr>
          </a:lstStyle>
          <a:p>
            <a:pPr lvl="0"/>
            <a:fld id="{7BA127BE-62CD-43D3-BFB7-3A4724EF79EB}" type="slidenum">
              <a:t>‹#›</a:t>
            </a:fld>
            <a:endParaRPr lang="es-ES"/>
          </a:p>
        </p:txBody>
      </p:sp>
    </p:spTree>
    <p:extLst>
      <p:ext uri="{BB962C8B-B14F-4D97-AF65-F5344CB8AC3E}">
        <p14:creationId xmlns:p14="http://schemas.microsoft.com/office/powerpoint/2010/main" val="2895545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C7D86-449A-ED50-D820-7A0DC4DAAE0B}"/>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DDEF5285-FCE3-F7C3-8626-829647561543}"/>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A0FF5E04-A92A-2C44-BAF7-021E51E0DEE2}"/>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A179E0C-7818-73ED-D858-0D37BC4A13F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D039B247-3762-22D0-DDD9-11C135B6FF45}"/>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CD0CAC25-5BDF-6CE4-1EDA-D83E6A6894DA}"/>
              </a:ext>
            </a:extLst>
          </p:cNvPr>
          <p:cNvSpPr txBox="1">
            <a:spLocks noGrp="1"/>
          </p:cNvSpPr>
          <p:nvPr>
            <p:ph type="sldNum" sz="quarter" idx="8"/>
          </p:nvPr>
        </p:nvSpPr>
        <p:spPr/>
        <p:txBody>
          <a:bodyPr/>
          <a:lstStyle>
            <a:lvl1pPr>
              <a:defRPr/>
            </a:lvl1pPr>
          </a:lstStyle>
          <a:p>
            <a:pPr lvl="0"/>
            <a:fld id="{96976020-3AF7-478B-96E9-D309031F3C04}" type="slidenum">
              <a:t>‹#›</a:t>
            </a:fld>
            <a:endParaRPr lang="es-ES"/>
          </a:p>
        </p:txBody>
      </p:sp>
    </p:spTree>
    <p:extLst>
      <p:ext uri="{BB962C8B-B14F-4D97-AF65-F5344CB8AC3E}">
        <p14:creationId xmlns:p14="http://schemas.microsoft.com/office/powerpoint/2010/main" val="3125784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16FB3-3A50-2DF1-AF78-827EFA383EE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C4DCA69F-C747-8D28-7A65-7235DD54F489}"/>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584371-9E5F-CB8A-A98B-DA04E04A5C73}"/>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DDDFC7BC-E574-2F8E-74A1-9569D083F431}"/>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073FB9DB-4D98-A379-BC4E-0B5221A42A40}"/>
              </a:ext>
            </a:extLst>
          </p:cNvPr>
          <p:cNvSpPr txBox="1">
            <a:spLocks noGrp="1"/>
          </p:cNvSpPr>
          <p:nvPr>
            <p:ph type="sldNum" sz="quarter" idx="8"/>
          </p:nvPr>
        </p:nvSpPr>
        <p:spPr/>
        <p:txBody>
          <a:bodyPr/>
          <a:lstStyle>
            <a:lvl1pPr>
              <a:defRPr/>
            </a:lvl1pPr>
          </a:lstStyle>
          <a:p>
            <a:pPr lvl="0"/>
            <a:fld id="{FD3AE53F-359B-4230-BC6F-17E8193B6EC1}" type="slidenum">
              <a:t>‹#›</a:t>
            </a:fld>
            <a:endParaRPr lang="es-ES"/>
          </a:p>
        </p:txBody>
      </p:sp>
    </p:spTree>
    <p:extLst>
      <p:ext uri="{BB962C8B-B14F-4D97-AF65-F5344CB8AC3E}">
        <p14:creationId xmlns:p14="http://schemas.microsoft.com/office/powerpoint/2010/main" val="3745781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EFA2CD2-07DD-4802-41DD-5C645B81CFA8}"/>
              </a:ext>
            </a:extLst>
          </p:cNvPr>
          <p:cNvSpPr txBox="1">
            <a:spLocks noGrp="1"/>
          </p:cNvSpPr>
          <p:nvPr>
            <p:ph type="title" orient="vert"/>
          </p:nvPr>
        </p:nvSpPr>
        <p:spPr>
          <a:xfrm>
            <a:off x="7966079" y="1484308"/>
            <a:ext cx="1754184" cy="3375022"/>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6206D830-9B01-7C31-5856-63B180B51967}"/>
              </a:ext>
            </a:extLst>
          </p:cNvPr>
          <p:cNvSpPr txBox="1">
            <a:spLocks noGrp="1"/>
          </p:cNvSpPr>
          <p:nvPr>
            <p:ph type="body" orient="vert" idx="1"/>
          </p:nvPr>
        </p:nvSpPr>
        <p:spPr>
          <a:xfrm>
            <a:off x="2700342" y="1484308"/>
            <a:ext cx="5113333" cy="3375022"/>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529CCC7-8917-AC1D-E0F9-8E9C22DFDBA8}"/>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546EB30-17C6-9D75-6980-D8328089ABED}"/>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A6A86696-61CC-CF97-56A1-FC77AD7D80F8}"/>
              </a:ext>
            </a:extLst>
          </p:cNvPr>
          <p:cNvSpPr txBox="1">
            <a:spLocks noGrp="1"/>
          </p:cNvSpPr>
          <p:nvPr>
            <p:ph type="sldNum" sz="quarter" idx="8"/>
          </p:nvPr>
        </p:nvSpPr>
        <p:spPr/>
        <p:txBody>
          <a:bodyPr/>
          <a:lstStyle>
            <a:lvl1pPr>
              <a:defRPr/>
            </a:lvl1pPr>
          </a:lstStyle>
          <a:p>
            <a:pPr lvl="0"/>
            <a:fld id="{3BC947CC-A906-4633-94D4-548D278A4DC2}" type="slidenum">
              <a:t>‹#›</a:t>
            </a:fld>
            <a:endParaRPr lang="es-ES"/>
          </a:p>
        </p:txBody>
      </p:sp>
    </p:spTree>
    <p:extLst>
      <p:ext uri="{BB962C8B-B14F-4D97-AF65-F5344CB8AC3E}">
        <p14:creationId xmlns:p14="http://schemas.microsoft.com/office/powerpoint/2010/main" val="6671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F1CE5018-46D8-10BF-08E8-35C5ADBD2AAD}"/>
              </a:ext>
            </a:extLst>
          </p:cNvPr>
          <p:cNvSpPr>
            <a:spLocks noMove="1" noResize="1"/>
          </p:cNvSpPr>
          <p:nvPr/>
        </p:nvSpPr>
        <p:spPr>
          <a:xfrm>
            <a:off x="0" y="5399998"/>
            <a:ext cx="10079998" cy="270004"/>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DD617041-1A5F-8BC8-054B-015CE02ECF28}"/>
              </a:ext>
            </a:extLst>
          </p:cNvPr>
          <p:cNvSpPr/>
          <p:nvPr/>
        </p:nvSpPr>
        <p:spPr>
          <a:xfrm>
            <a:off x="0" y="0"/>
            <a:ext cx="10079998" cy="1214999"/>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D8CFF4DC-4B84-93B0-A779-1B78D1BB3ECC}"/>
              </a:ext>
            </a:extLst>
          </p:cNvPr>
          <p:cNvSpPr txBox="1">
            <a:spLocks noGrp="1"/>
          </p:cNvSpPr>
          <p:nvPr>
            <p:ph type="title"/>
          </p:nvPr>
        </p:nvSpPr>
        <p:spPr>
          <a:xfrm>
            <a:off x="359999" y="225719"/>
            <a:ext cx="9359999" cy="718919"/>
          </a:xfrm>
          <a:prstGeom prst="rect">
            <a:avLst/>
          </a:prstGeom>
          <a:noFill/>
          <a:ln>
            <a:noFill/>
          </a:ln>
        </p:spPr>
        <p:txBody>
          <a:bodyPr vert="horz" wrap="square" lIns="0" tIns="0" rIns="0" bIns="0" anchor="ctr" anchorCtr="0" compatLnSpc="1">
            <a:noAutofit/>
          </a:bodyPr>
          <a:lstStyle/>
          <a:p>
            <a:pPr lvl="0"/>
            <a:endParaRPr lang="es-ES"/>
          </a:p>
        </p:txBody>
      </p:sp>
      <p:sp>
        <p:nvSpPr>
          <p:cNvPr id="5" name="Marcador de texto 4">
            <a:extLst>
              <a:ext uri="{FF2B5EF4-FFF2-40B4-BE49-F238E27FC236}">
                <a16:creationId xmlns:a16="http://schemas.microsoft.com/office/drawing/2014/main" id="{89971444-E5DE-724D-15B0-B796E71F079A}"/>
              </a:ext>
            </a:extLst>
          </p:cNvPr>
          <p:cNvSpPr txBox="1">
            <a:spLocks noGrp="1"/>
          </p:cNvSpPr>
          <p:nvPr>
            <p:ph type="body" idx="1"/>
          </p:nvPr>
        </p:nvSpPr>
        <p:spPr>
          <a:xfrm>
            <a:off x="359999" y="1484994"/>
            <a:ext cx="9359999" cy="3780001"/>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34409E8B-0948-FA0C-226F-E04DA709F7E0}"/>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79E643AC-33A6-4A9C-2986-3A5346C82D48}"/>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Forma libre: forma 7">
            <a:extLst>
              <a:ext uri="{FF2B5EF4-FFF2-40B4-BE49-F238E27FC236}">
                <a16:creationId xmlns:a16="http://schemas.microsoft.com/office/drawing/2014/main" id="{8E2ABCC4-612A-49CE-CE14-8B5E99D3FA54}"/>
              </a:ext>
            </a:extLst>
          </p:cNvPr>
          <p:cNvSpPr/>
          <p:nvPr/>
        </p:nvSpPr>
        <p:spPr>
          <a:xfrm>
            <a:off x="9315001" y="5175001"/>
            <a:ext cx="450003" cy="450003"/>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val f5"/>
              <a:gd name="f15" fmla="val f6"/>
              <a:gd name="f16" fmla="*/ 0 f7 1"/>
              <a:gd name="f17" fmla="*/ f5 f0 1"/>
              <a:gd name="f18" fmla="*/ f9 f0 1"/>
              <a:gd name="f19" fmla="*/ f11 f0 1"/>
              <a:gd name="f20" fmla="+- f15 0 f14"/>
              <a:gd name="f21" fmla="*/ f16 1 f2"/>
              <a:gd name="f22" fmla="*/ f17 1 f2"/>
              <a:gd name="f23" fmla="*/ f18 1 f2"/>
              <a:gd name="f24" fmla="*/ f19 1 f2"/>
              <a:gd name="f25" fmla="*/ f20 1 21600"/>
              <a:gd name="f26" fmla="+- 0 0 f21"/>
              <a:gd name="f27" fmla="+- f22 0 f1"/>
              <a:gd name="f28" fmla="+- f23 0 f1"/>
              <a:gd name="f29" fmla="+- f24 0 f1"/>
              <a:gd name="f30" fmla="*/ 3163 f25 1"/>
              <a:gd name="f31" fmla="*/ 18437 f25 1"/>
              <a:gd name="f32" fmla="*/ 10800 f25 1"/>
              <a:gd name="f33" fmla="*/ 0 f25 1"/>
              <a:gd name="f34" fmla="*/ 21600 f25 1"/>
              <a:gd name="f35" fmla="*/ f26 f0 1"/>
              <a:gd name="f36" fmla="+- f28 0 f27"/>
              <a:gd name="f37" fmla="*/ f35 1 f7"/>
              <a:gd name="f38" fmla="*/ f32 1 f25"/>
              <a:gd name="f39" fmla="*/ f33 1 f25"/>
              <a:gd name="f40" fmla="*/ f30 1 f25"/>
              <a:gd name="f41" fmla="*/ f31 1 f25"/>
              <a:gd name="f42" fmla="*/ f34 1 f25"/>
              <a:gd name="f43" fmla="+- f37 0 f1"/>
              <a:gd name="f44" fmla="*/ f40 f12 1"/>
              <a:gd name="f45" fmla="*/ f41 f12 1"/>
              <a:gd name="f46" fmla="*/ f41 f13 1"/>
              <a:gd name="f47" fmla="*/ f40 f13 1"/>
              <a:gd name="f48" fmla="*/ f38 f12 1"/>
              <a:gd name="f49" fmla="*/ f39 f13 1"/>
              <a:gd name="f50" fmla="*/ f39 f12 1"/>
              <a:gd name="f51" fmla="*/ f38 f13 1"/>
              <a:gd name="f52" fmla="*/ f42 f13 1"/>
              <a:gd name="f53" fmla="*/ f42 f12 1"/>
              <a:gd name="f54" fmla="+- f43 f1 0"/>
              <a:gd name="f55" fmla="*/ f54 f7 1"/>
              <a:gd name="f56" fmla="*/ f55 1 f0"/>
              <a:gd name="f57" fmla="+- 0 0 f56"/>
              <a:gd name="f58" fmla="+- 0 0 f57"/>
              <a:gd name="f59" fmla="*/ f58 f0 1"/>
              <a:gd name="f60" fmla="*/ f59 1 f7"/>
              <a:gd name="f61" fmla="+- f60 0 f1"/>
              <a:gd name="f62" fmla="cos 1 f61"/>
              <a:gd name="f63" fmla="sin 1 f61"/>
              <a:gd name="f64" fmla="+- 0 0 f62"/>
              <a:gd name="f65" fmla="+- 0 0 f63"/>
              <a:gd name="f66" fmla="+- 0 0 f64"/>
              <a:gd name="f67" fmla="+- 0 0 f65"/>
              <a:gd name="f68" fmla="val f66"/>
              <a:gd name="f69" fmla="val f67"/>
              <a:gd name="f70" fmla="+- 0 0 f68"/>
              <a:gd name="f71" fmla="+- 0 0 f69"/>
              <a:gd name="f72" fmla="*/ 10800 f70 1"/>
              <a:gd name="f73" fmla="*/ 10800 f71 1"/>
              <a:gd name="f74" fmla="*/ f72 f72 1"/>
              <a:gd name="f75" fmla="*/ f73 f73 1"/>
              <a:gd name="f76" fmla="+- f74 f75 0"/>
              <a:gd name="f77" fmla="sqrt f76"/>
              <a:gd name="f78" fmla="*/ f8 1 f77"/>
              <a:gd name="f79" fmla="*/ f70 f78 1"/>
              <a:gd name="f80" fmla="*/ f71 f78 1"/>
              <a:gd name="f81" fmla="+- 10800 0 f79"/>
              <a:gd name="f82" fmla="+- 10800 0 f80"/>
            </a:gdLst>
            <a:ahLst/>
            <a:cxnLst>
              <a:cxn ang="3cd4">
                <a:pos x="hc" y="t"/>
              </a:cxn>
              <a:cxn ang="0">
                <a:pos x="r" y="vc"/>
              </a:cxn>
              <a:cxn ang="cd4">
                <a:pos x="hc" y="b"/>
              </a:cxn>
              <a:cxn ang="cd2">
                <a:pos x="l" y="vc"/>
              </a:cxn>
              <a:cxn ang="f29">
                <a:pos x="f48" y="f49"/>
              </a:cxn>
              <a:cxn ang="f29">
                <a:pos x="f44" y="f47"/>
              </a:cxn>
              <a:cxn ang="f29">
                <a:pos x="f50" y="f51"/>
              </a:cxn>
              <a:cxn ang="f29">
                <a:pos x="f44" y="f46"/>
              </a:cxn>
              <a:cxn ang="f29">
                <a:pos x="f48" y="f52"/>
              </a:cxn>
              <a:cxn ang="f29">
                <a:pos x="f45" y="f46"/>
              </a:cxn>
              <a:cxn ang="f29">
                <a:pos x="f53" y="f51"/>
              </a:cxn>
              <a:cxn ang="f29">
                <a:pos x="f45" y="f47"/>
              </a:cxn>
            </a:cxnLst>
            <a:rect l="f44" t="f47" r="f45" b="f46"/>
            <a:pathLst>
              <a:path w="21600" h="21600">
                <a:moveTo>
                  <a:pt x="f81" y="f82"/>
                </a:moveTo>
                <a:arcTo wR="f10" hR="f10" stAng="f27" swAng="f36"/>
                <a:close/>
              </a:path>
            </a:pathLst>
          </a:custGeom>
          <a:solidFill>
            <a:srgbClr val="1ABC9C"/>
          </a:solidFill>
          <a:ln w="10799" cap="flat">
            <a:solidFill>
              <a:srgbClr val="1ABC9C"/>
            </a:solidFill>
            <a:prstDash val="solid"/>
            <a:miter/>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9" name="CuadroTexto 8">
            <a:extLst>
              <a:ext uri="{FF2B5EF4-FFF2-40B4-BE49-F238E27FC236}">
                <a16:creationId xmlns:a16="http://schemas.microsoft.com/office/drawing/2014/main" id="{B1DAD70A-159C-CDBF-B6D9-659B60AB7278}"/>
              </a:ext>
            </a:extLst>
          </p:cNvPr>
          <p:cNvSpPr txBox="1"/>
          <p:nvPr/>
        </p:nvSpPr>
        <p:spPr>
          <a:xfrm>
            <a:off x="9179999" y="5130003"/>
            <a:ext cx="719998" cy="539998"/>
          </a:xfrm>
          <a:prstGeom prst="rect">
            <a:avLst/>
          </a:prstGeom>
          <a:noFill/>
          <a:ln cap="flat">
            <a:noFill/>
          </a:ln>
        </p:spPr>
        <p:txBody>
          <a:bodyPr vert="horz" wrap="square" lIns="0" tIns="0" rIns="0" bIns="0" anchor="ctr" anchorCtr="1"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55C7738-6A16-479C-802C-ADBFA76A8E02}" type="slidenum">
              <a:t>‹#›</a:t>
            </a:fld>
            <a:endParaRPr lang="es-ES" sz="1800" b="1" i="0" u="none" strike="noStrike" kern="1200" cap="none" spc="0" baseline="0">
              <a:solidFill>
                <a:srgbClr val="FFFFFF"/>
              </a:solidFill>
              <a:uFillTx/>
              <a:latin typeface="Noto Sans" pitchFamily="34"/>
              <a:ea typeface="DejaVu Sans" pitchFamily="2"/>
              <a:cs typeface="Noto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100000"/>
        </a:lnSpc>
        <a:spcBef>
          <a:spcPts val="0"/>
        </a:spcBef>
        <a:spcAft>
          <a:spcPts val="0"/>
        </a:spcAft>
        <a:buNone/>
        <a:tabLst/>
        <a:defRPr lang="es-ES" sz="2700" b="1" i="0" u="none" strike="noStrike" kern="1200" cap="none" spc="0" baseline="0">
          <a:solidFill>
            <a:srgbClr val="FFFFFF"/>
          </a:solidFill>
          <a:uFillTx/>
          <a:latin typeface="Noto Sans" pitchFamily="34"/>
        </a:defRPr>
      </a:lvl1pPr>
    </p:titleStyle>
    <p:body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E394195D-6C91-E1E5-5D84-01DBEA827EFB}"/>
              </a:ext>
            </a:extLst>
          </p:cNvPr>
          <p:cNvSpPr/>
          <p:nvPr/>
        </p:nvSpPr>
        <p:spPr>
          <a:xfrm>
            <a:off x="0" y="0"/>
            <a:ext cx="10079998" cy="567000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72DC6603-3B65-506E-425A-A1EB6F6A8C16}"/>
              </a:ext>
            </a:extLst>
          </p:cNvPr>
          <p:cNvSpPr/>
          <p:nvPr/>
        </p:nvSpPr>
        <p:spPr>
          <a:xfrm>
            <a:off x="0" y="0"/>
            <a:ext cx="10079998" cy="3780001"/>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1ABC9C"/>
          </a:solidFill>
          <a:ln w="10799" cap="flat">
            <a:solidFill>
              <a:srgbClr val="1ABC9C"/>
            </a:solidFill>
            <a:prstDash val="solid"/>
            <a:miter/>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8C81C780-F3E5-A408-0E5F-793517772B63}"/>
              </a:ext>
            </a:extLst>
          </p:cNvPr>
          <p:cNvSpPr txBox="1">
            <a:spLocks noGrp="1"/>
          </p:cNvSpPr>
          <p:nvPr>
            <p:ph type="title"/>
          </p:nvPr>
        </p:nvSpPr>
        <p:spPr>
          <a:xfrm>
            <a:off x="359999" y="2834996"/>
            <a:ext cx="9359999" cy="718919"/>
          </a:xfrm>
          <a:prstGeom prst="rect">
            <a:avLst/>
          </a:prstGeom>
          <a:noFill/>
          <a:ln>
            <a:noFill/>
          </a:ln>
        </p:spPr>
        <p:txBody>
          <a:bodyPr vert="horz" wrap="square" lIns="0" tIns="0" rIns="0" bIns="0" anchor="ctr" anchorCtr="1" compatLnSpc="1">
            <a:noAutofit/>
          </a:bodyPr>
          <a:lstStyle/>
          <a:p>
            <a:pPr lvl="0"/>
            <a:endParaRPr lang="es-ES"/>
          </a:p>
        </p:txBody>
      </p:sp>
      <p:sp>
        <p:nvSpPr>
          <p:cNvPr id="5" name="Marcador de texto 4">
            <a:extLst>
              <a:ext uri="{FF2B5EF4-FFF2-40B4-BE49-F238E27FC236}">
                <a16:creationId xmlns:a16="http://schemas.microsoft.com/office/drawing/2014/main" id="{96CC924C-EB0E-6AF1-9272-0DE4D4513F52}"/>
              </a:ext>
            </a:extLst>
          </p:cNvPr>
          <p:cNvSpPr txBox="1">
            <a:spLocks noGrp="1"/>
          </p:cNvSpPr>
          <p:nvPr>
            <p:ph type="body" idx="1"/>
          </p:nvPr>
        </p:nvSpPr>
        <p:spPr>
          <a:xfrm>
            <a:off x="359999" y="3915003"/>
            <a:ext cx="9359999" cy="1484994"/>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591B5A81-9DFC-2074-4718-44D9F4831422}"/>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B818A3D7-38AA-36D5-8B09-7F6CFB271E32}"/>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Marcador de número de diapositiva 7">
            <a:extLst>
              <a:ext uri="{FF2B5EF4-FFF2-40B4-BE49-F238E27FC236}">
                <a16:creationId xmlns:a16="http://schemas.microsoft.com/office/drawing/2014/main" id="{F855C08B-C0EA-B225-34B2-1CA792E56238}"/>
              </a:ext>
            </a:extLst>
          </p:cNvPr>
          <p:cNvSpPr txBox="1">
            <a:spLocks noGrp="1"/>
          </p:cNvSpPr>
          <p:nvPr>
            <p:ph type="sldNum" sz="quarter" idx="4"/>
          </p:nvPr>
        </p:nvSpPr>
        <p:spPr>
          <a:xfrm>
            <a:off x="9179999" y="5130003"/>
            <a:ext cx="719998" cy="539998"/>
          </a:xfrm>
          <a:prstGeom prst="rect">
            <a:avLst/>
          </a:prstGeom>
          <a:noFill/>
          <a:ln>
            <a:noFill/>
          </a:ln>
        </p:spPr>
        <p:txBody>
          <a:bodyPr vert="horz" wrap="square" lIns="0" tIns="0" rIns="0" bIns="0" anchor="ctr"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fld id="{A89C4F70-015A-4F43-899C-AEAB7D1A8A2F}" type="slidenum">
              <a:t>‹#›</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ctr" defTabSz="914400" rtl="0" fontAlgn="auto" hangingPunct="1">
        <a:lnSpc>
          <a:spcPct val="150000"/>
        </a:lnSpc>
        <a:spcBef>
          <a:spcPts val="0"/>
        </a:spcBef>
        <a:spcAft>
          <a:spcPts val="0"/>
        </a:spcAft>
        <a:buNone/>
        <a:tabLst/>
        <a:defRPr lang="es-ES" sz="2700" b="1" i="0" u="none" strike="noStrike" kern="1200" cap="none" spc="0" baseline="0">
          <a:solidFill>
            <a:srgbClr val="FFFFFF"/>
          </a:solidFill>
          <a:uFillTx/>
          <a:latin typeface="Noto Sans" pitchFamily="34"/>
        </a:defRPr>
      </a:lvl1pPr>
    </p:titleStyle>
    <p:bodyStyle>
      <a:lvl1pPr marL="0" marR="0" lvl="0" indent="0" algn="l" defTabSz="914400" rtl="0" fontAlgn="auto" hangingPunct="1">
        <a:lnSpc>
          <a:spcPct val="100000"/>
        </a:lnSpc>
        <a:spcBef>
          <a:spcPts val="0"/>
        </a:spcBef>
        <a:spcAft>
          <a:spcPts val="655"/>
        </a:spcAft>
        <a:buNone/>
        <a:tabLst/>
        <a:defRPr lang="es-ES" sz="1500" b="0" i="0" u="none" strike="noStrike" kern="1200" cap="none" spc="0" baseline="0">
          <a:solidFill>
            <a:srgbClr val="FFFFFF"/>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94187E7A-21AC-2D76-9CFD-27FE6D40B33D}"/>
              </a:ext>
            </a:extLst>
          </p:cNvPr>
          <p:cNvSpPr/>
          <p:nvPr/>
        </p:nvSpPr>
        <p:spPr>
          <a:xfrm>
            <a:off x="0" y="0"/>
            <a:ext cx="10079998" cy="567000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2D1BEAE2-B16E-D274-E2B9-949DB7B55D7F}"/>
              </a:ext>
            </a:extLst>
          </p:cNvPr>
          <p:cNvSpPr/>
          <p:nvPr/>
        </p:nvSpPr>
        <p:spPr>
          <a:xfrm>
            <a:off x="2520004" y="1350001"/>
            <a:ext cx="5039999" cy="1890000"/>
          </a:xfrm>
          <a:custGeom>
            <a:avLst>
              <a:gd name="f0" fmla="val 3449"/>
              <a:gd name="f1" fmla="val 39510"/>
            </a:avLst>
            <a:gdLst>
              <a:gd name="f2" fmla="val 10800000"/>
              <a:gd name="f3" fmla="val 5400000"/>
              <a:gd name="f4" fmla="val 180"/>
              <a:gd name="f5" fmla="val w"/>
              <a:gd name="f6" fmla="val h"/>
              <a:gd name="f7" fmla="val 0"/>
              <a:gd name="f8" fmla="val 21600"/>
              <a:gd name="f9" fmla="+- 0 0 1"/>
              <a:gd name="f10" fmla="val 2147483647"/>
              <a:gd name="f11" fmla="val 3590"/>
              <a:gd name="f12" fmla="val 8970"/>
              <a:gd name="f13" fmla="val 12630"/>
              <a:gd name="f14" fmla="val 18010"/>
              <a:gd name="f15" fmla="val -2147483647"/>
              <a:gd name="f16" fmla="+- 0 0 0"/>
              <a:gd name="f17" fmla="*/ f5 1 21600"/>
              <a:gd name="f18" fmla="*/ f6 1 21600"/>
              <a:gd name="f19" fmla="val f7"/>
              <a:gd name="f20" fmla="val f8"/>
              <a:gd name="f21" fmla="pin -2147483647 f0 2147483647"/>
              <a:gd name="f22" fmla="pin -2147483647 f1 2147483647"/>
              <a:gd name="f23" fmla="*/ f16 f2 1"/>
              <a:gd name="f24" fmla="+- f20 0 f19"/>
              <a:gd name="f25" fmla="val f21"/>
              <a:gd name="f26" fmla="val f22"/>
              <a:gd name="f27" fmla="*/ f21 f17 1"/>
              <a:gd name="f28" fmla="*/ f22 f18 1"/>
              <a:gd name="f29" fmla="*/ f23 1 f4"/>
              <a:gd name="f30" fmla="*/ f24 1 21600"/>
              <a:gd name="f31" fmla="+- f25 0 10800"/>
              <a:gd name="f32" fmla="+- f26 0 10800"/>
              <a:gd name="f33" fmla="+- f26 0 21600"/>
              <a:gd name="f34" fmla="+- f25 0 21600"/>
              <a:gd name="f35" fmla="+- f29 0 f3"/>
              <a:gd name="f36" fmla="*/ f25 f17 1"/>
              <a:gd name="f37" fmla="*/ f26 f18 1"/>
              <a:gd name="f38" fmla="*/ 0 f30 1"/>
              <a:gd name="f39" fmla="*/ 21600 f30 1"/>
              <a:gd name="f40" fmla="*/ 10800 f30 1"/>
              <a:gd name="f41" fmla="abs f31"/>
              <a:gd name="f42" fmla="abs f32"/>
              <a:gd name="f43" fmla="+- f41 0 f42"/>
              <a:gd name="f44" fmla="+- f42 0 f41"/>
              <a:gd name="f45" fmla="*/ f40 1 f30"/>
              <a:gd name="f46" fmla="*/ f38 1 f30"/>
              <a:gd name="f47" fmla="*/ f39 1 f30"/>
              <a:gd name="f48" fmla="?: f32 f9 f43"/>
              <a:gd name="f49" fmla="?: f32 f43 f9"/>
              <a:gd name="f50" fmla="?: f31 f9 f44"/>
              <a:gd name="f51" fmla="?: f31 f44 f9"/>
              <a:gd name="f52" fmla="*/ f46 f17 1"/>
              <a:gd name="f53" fmla="*/ f47 f17 1"/>
              <a:gd name="f54" fmla="*/ f47 f18 1"/>
              <a:gd name="f55" fmla="*/ f46 f18 1"/>
              <a:gd name="f56" fmla="*/ f45 f17 1"/>
              <a:gd name="f57" fmla="*/ f45 f18 1"/>
              <a:gd name="f58" fmla="?: f25 f9 f48"/>
              <a:gd name="f59" fmla="?: f25 f9 f49"/>
              <a:gd name="f60" fmla="?: f33 f50 f9"/>
              <a:gd name="f61" fmla="?: f33 f51 f9"/>
              <a:gd name="f62" fmla="?: f34 f49 f9"/>
              <a:gd name="f63" fmla="?: f34 f48 f9"/>
              <a:gd name="f64" fmla="?: f26 f9 f51"/>
              <a:gd name="f65" fmla="?: f26 f9 f50"/>
              <a:gd name="f66" fmla="?: f58 f25 0"/>
              <a:gd name="f67" fmla="?: f58 f26 6280"/>
              <a:gd name="f68" fmla="?: f59 f25 0"/>
              <a:gd name="f69" fmla="?: f59 f26 15320"/>
              <a:gd name="f70" fmla="?: f60 f25 6280"/>
              <a:gd name="f71" fmla="?: f60 f26 21600"/>
              <a:gd name="f72" fmla="?: f61 f25 15320"/>
              <a:gd name="f73" fmla="?: f61 f26 21600"/>
              <a:gd name="f74" fmla="?: f62 f25 21600"/>
              <a:gd name="f75" fmla="?: f62 f26 15320"/>
              <a:gd name="f76" fmla="?: f63 f25 21600"/>
              <a:gd name="f77" fmla="?: f63 f26 6280"/>
              <a:gd name="f78" fmla="?: f64 f25 15320"/>
              <a:gd name="f79" fmla="?: f64 f26 0"/>
              <a:gd name="f80" fmla="?: f65 f25 6280"/>
              <a:gd name="f81" fmla="?: f65 f26 0"/>
            </a:gdLst>
            <a:ahLst>
              <a:ahXY gdRefX="f0" minX="f15" maxX="f10" gdRefY="f1" minY="f15" maxY="f10">
                <a:pos x="f27" y="f28"/>
              </a:ahXY>
            </a:ahLst>
            <a:cxnLst>
              <a:cxn ang="3cd4">
                <a:pos x="hc" y="t"/>
              </a:cxn>
              <a:cxn ang="0">
                <a:pos x="r" y="vc"/>
              </a:cxn>
              <a:cxn ang="cd4">
                <a:pos x="hc" y="b"/>
              </a:cxn>
              <a:cxn ang="cd2">
                <a:pos x="l" y="vc"/>
              </a:cxn>
              <a:cxn ang="f35">
                <a:pos x="f56" y="f55"/>
              </a:cxn>
              <a:cxn ang="f35">
                <a:pos x="f52" y="f57"/>
              </a:cxn>
              <a:cxn ang="f35">
                <a:pos x="f56" y="f54"/>
              </a:cxn>
              <a:cxn ang="f35">
                <a:pos x="f53" y="f57"/>
              </a:cxn>
              <a:cxn ang="f35">
                <a:pos x="f36" y="f37"/>
              </a:cxn>
            </a:cxnLst>
            <a:rect l="f52" t="f55" r="f53" b="f54"/>
            <a:pathLst>
              <a:path w="21600" h="21600">
                <a:moveTo>
                  <a:pt x="f7" y="f7"/>
                </a:moveTo>
                <a:lnTo>
                  <a:pt x="f7" y="f11"/>
                </a:lnTo>
                <a:lnTo>
                  <a:pt x="f66" y="f67"/>
                </a:lnTo>
                <a:lnTo>
                  <a:pt x="f7" y="f12"/>
                </a:lnTo>
                <a:lnTo>
                  <a:pt x="f7" y="f13"/>
                </a:lnTo>
                <a:lnTo>
                  <a:pt x="f68" y="f69"/>
                </a:lnTo>
                <a:lnTo>
                  <a:pt x="f7" y="f14"/>
                </a:lnTo>
                <a:lnTo>
                  <a:pt x="f7" y="f8"/>
                </a:lnTo>
                <a:lnTo>
                  <a:pt x="f11" y="f8"/>
                </a:lnTo>
                <a:lnTo>
                  <a:pt x="f70" y="f71"/>
                </a:lnTo>
                <a:lnTo>
                  <a:pt x="f12" y="f8"/>
                </a:lnTo>
                <a:lnTo>
                  <a:pt x="f13" y="f8"/>
                </a:lnTo>
                <a:lnTo>
                  <a:pt x="f72" y="f73"/>
                </a:lnTo>
                <a:lnTo>
                  <a:pt x="f14" y="f8"/>
                </a:lnTo>
                <a:lnTo>
                  <a:pt x="f8" y="f8"/>
                </a:lnTo>
                <a:lnTo>
                  <a:pt x="f8" y="f14"/>
                </a:lnTo>
                <a:lnTo>
                  <a:pt x="f74" y="f75"/>
                </a:lnTo>
                <a:lnTo>
                  <a:pt x="f8" y="f13"/>
                </a:lnTo>
                <a:lnTo>
                  <a:pt x="f8" y="f12"/>
                </a:lnTo>
                <a:lnTo>
                  <a:pt x="f76" y="f77"/>
                </a:lnTo>
                <a:lnTo>
                  <a:pt x="f8" y="f11"/>
                </a:lnTo>
                <a:lnTo>
                  <a:pt x="f8" y="f7"/>
                </a:lnTo>
                <a:lnTo>
                  <a:pt x="f14" y="f7"/>
                </a:lnTo>
                <a:lnTo>
                  <a:pt x="f78" y="f79"/>
                </a:lnTo>
                <a:lnTo>
                  <a:pt x="f13" y="f7"/>
                </a:lnTo>
                <a:lnTo>
                  <a:pt x="f12" y="f7"/>
                </a:lnTo>
                <a:lnTo>
                  <a:pt x="f80" y="f81"/>
                </a:lnTo>
                <a:lnTo>
                  <a:pt x="f11" y="f7"/>
                </a:lnTo>
                <a:lnTo>
                  <a:pt x="f7" y="f7"/>
                </a:lnTo>
                <a:close/>
              </a:path>
            </a:pathLst>
          </a:custGeom>
          <a:solidFill>
            <a:srgbClr val="FFFFFF"/>
          </a:solidFill>
          <a:ln w="71999" cap="flat">
            <a:solidFill>
              <a:srgbClr val="1ABC9C"/>
            </a:solidFill>
            <a:prstDash val="solid"/>
            <a:miter/>
          </a:ln>
        </p:spPr>
        <p:txBody>
          <a:bodyPr vert="horz" wrap="none" lIns="120600" tIns="75602" rIns="120600" bIns="75602"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89CA388F-7A92-7845-4026-1D62A13FDC67}"/>
              </a:ext>
            </a:extLst>
          </p:cNvPr>
          <p:cNvSpPr txBox="1">
            <a:spLocks noGrp="1"/>
          </p:cNvSpPr>
          <p:nvPr>
            <p:ph type="title"/>
          </p:nvPr>
        </p:nvSpPr>
        <p:spPr>
          <a:xfrm>
            <a:off x="2700003" y="1484994"/>
            <a:ext cx="4679999" cy="1619996"/>
          </a:xfrm>
          <a:prstGeom prst="rect">
            <a:avLst/>
          </a:prstGeom>
          <a:noFill/>
          <a:ln>
            <a:noFill/>
          </a:ln>
        </p:spPr>
        <p:txBody>
          <a:bodyPr vert="horz" wrap="square" lIns="0" tIns="0" rIns="0" bIns="0" anchor="ctr" anchorCtr="1" compatLnSpc="1">
            <a:noAutofit/>
          </a:bodyPr>
          <a:lstStyle/>
          <a:p>
            <a:pPr lvl="0"/>
            <a:endParaRPr lang="es-ES"/>
          </a:p>
        </p:txBody>
      </p:sp>
      <p:sp>
        <p:nvSpPr>
          <p:cNvPr id="5" name="Marcador de texto 4">
            <a:extLst>
              <a:ext uri="{FF2B5EF4-FFF2-40B4-BE49-F238E27FC236}">
                <a16:creationId xmlns:a16="http://schemas.microsoft.com/office/drawing/2014/main" id="{BF2186C5-AC83-1C55-AC53-E052CE633108}"/>
              </a:ext>
            </a:extLst>
          </p:cNvPr>
          <p:cNvSpPr txBox="1">
            <a:spLocks noGrp="1"/>
          </p:cNvSpPr>
          <p:nvPr>
            <p:ph type="body" idx="1"/>
          </p:nvPr>
        </p:nvSpPr>
        <p:spPr>
          <a:xfrm>
            <a:off x="3420002" y="3240002"/>
            <a:ext cx="6299996" cy="1619996"/>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E0C4BCD5-067C-DA80-4794-221CE10F7D39}"/>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605D9622-E22D-DC9C-D6A1-77899FC4C9E9}"/>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Marcador de número de diapositiva 7">
            <a:extLst>
              <a:ext uri="{FF2B5EF4-FFF2-40B4-BE49-F238E27FC236}">
                <a16:creationId xmlns:a16="http://schemas.microsoft.com/office/drawing/2014/main" id="{F361E1B6-179B-5C76-0334-A1C1957DDFAF}"/>
              </a:ext>
            </a:extLst>
          </p:cNvPr>
          <p:cNvSpPr txBox="1">
            <a:spLocks noGrp="1"/>
          </p:cNvSpPr>
          <p:nvPr>
            <p:ph type="sldNum" sz="quarter" idx="4"/>
          </p:nvPr>
        </p:nvSpPr>
        <p:spPr>
          <a:xfrm>
            <a:off x="9179999" y="5130003"/>
            <a:ext cx="719998" cy="539998"/>
          </a:xfrm>
          <a:prstGeom prst="rect">
            <a:avLst/>
          </a:prstGeom>
          <a:noFill/>
          <a:ln>
            <a:noFill/>
          </a:ln>
        </p:spPr>
        <p:txBody>
          <a:bodyPr vert="horz" wrap="square" lIns="0" tIns="0" rIns="0" bIns="0" anchor="ctr"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fld id="{36EE2C68-96B8-4B39-A324-27D9CE226430}" type="slidenum">
              <a:t>‹#›</a:t>
            </a:fld>
            <a:endParaRPr lang="es-E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0" marR="0" lvl="0" indent="0" algn="ctr" defTabSz="914400" rtl="0" fontAlgn="auto" hangingPunct="1">
        <a:lnSpc>
          <a:spcPct val="100000"/>
        </a:lnSpc>
        <a:spcBef>
          <a:spcPts val="0"/>
        </a:spcBef>
        <a:spcAft>
          <a:spcPts val="0"/>
        </a:spcAft>
        <a:buNone/>
        <a:tabLst/>
        <a:defRPr lang="es-ES" sz="2700" b="1" i="0" u="none" strike="noStrike" kern="1200" cap="none" spc="0" baseline="0">
          <a:solidFill>
            <a:srgbClr val="2C3E50"/>
          </a:solidFill>
          <a:uFillTx/>
          <a:latin typeface="Noto Sans" pitchFamily="34"/>
        </a:defRPr>
      </a:lvl1pPr>
    </p:titleStyle>
    <p:bodyStyle>
      <a:lvl1pPr marL="0" marR="0" lvl="0" indent="0" algn="l" defTabSz="914400" rtl="0" fontAlgn="auto" hangingPunct="1">
        <a:lnSpc>
          <a:spcPct val="100000"/>
        </a:lnSpc>
        <a:spcBef>
          <a:spcPts val="0"/>
        </a:spcBef>
        <a:spcAft>
          <a:spcPts val="655"/>
        </a:spcAft>
        <a:buNone/>
        <a:tabLst/>
        <a:defRPr lang="es-ES" sz="1500" b="0" i="0" u="none" strike="noStrike" kern="1200" cap="none" spc="0" baseline="0">
          <a:solidFill>
            <a:srgbClr val="FFFFFF"/>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rfc-editor.org/rfc/rfc1866.txt"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ww.w3.org/TR/2018/SPSD-html32-20180315/"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w3.org/TR/2002/WD-xhtml2-20020805/"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w3.org/news/2019/w3c-and-the-whatwg-have-just-signed-an-agreement-to-collaborate-on-the-development-of-a-single-version-of-the-html-and-dom-specifications/"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html.spec.whatwg.org/multipage/"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es.wikipedia.org/wiki/MDN_Web_Docs"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developer.mozilla.org/es/docs/Web/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mozilla.org/es/docs/Web/HTML/Global_attributes"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developer.mozilla.org/es/docs/Web/HTML/Element/meta"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loremflickr.com/" TargetMode="Externa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hyperlink" Target="https://es.lipsum.com/" TargetMode="External"/><Relationship Id="rId5" Type="http://schemas.openxmlformats.org/officeDocument/2006/relationships/hyperlink" Target="https://placeholderimage.dev/" TargetMode="External"/><Relationship Id="rId4" Type="http://schemas.openxmlformats.org/officeDocument/2006/relationships/hyperlink" Target="https://placekitten.com/"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developer.mozilla.org/es/docs/Learn/CSS/Building_blocks/Values_and_units"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html.spec.whatwg.org/multipage/named-characters.html" TargetMode="External"/><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hyperlink" Target="https://es.wikipedia.org/wiki/Unicode"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hyperlink" Target="https://medium.com/geekculture/the-science-of-semantic-html-c66fda24f105"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EDEA5-DC14-5B09-B6E5-F0BE9C9C87AB}"/>
              </a:ext>
            </a:extLst>
          </p:cNvPr>
          <p:cNvSpPr txBox="1">
            <a:spLocks noGrp="1"/>
          </p:cNvSpPr>
          <p:nvPr>
            <p:ph type="title" idx="4294967295"/>
          </p:nvPr>
        </p:nvSpPr>
        <p:spPr>
          <a:xfrm>
            <a:off x="359999" y="2916046"/>
            <a:ext cx="9359999" cy="556819"/>
          </a:xfrm>
        </p:spPr>
        <p:txBody>
          <a:bodyPr>
            <a:spAutoFit/>
          </a:bodyPr>
          <a:lstStyle/>
          <a:p>
            <a:pPr lvl="0"/>
            <a:r>
              <a:rPr lang="es-ES" dirty="0">
                <a:cs typeface="Noto Sans" pitchFamily="2"/>
              </a:rPr>
              <a:t>Utilización de lenguajes de marcas en entornos web</a:t>
            </a:r>
          </a:p>
        </p:txBody>
      </p:sp>
      <p:sp>
        <p:nvSpPr>
          <p:cNvPr id="3" name="Subtítulo 2">
            <a:extLst>
              <a:ext uri="{FF2B5EF4-FFF2-40B4-BE49-F238E27FC236}">
                <a16:creationId xmlns:a16="http://schemas.microsoft.com/office/drawing/2014/main" id="{F88B7F38-11E3-E321-7F13-EE0F7C065D05}"/>
              </a:ext>
            </a:extLst>
          </p:cNvPr>
          <p:cNvSpPr txBox="1">
            <a:spLocks noGrp="1"/>
          </p:cNvSpPr>
          <p:nvPr>
            <p:ph type="subTitle" idx="4294967295"/>
          </p:nvPr>
        </p:nvSpPr>
        <p:spPr>
          <a:xfrm>
            <a:off x="359999" y="4542084"/>
            <a:ext cx="9359999" cy="230832"/>
          </a:xfrm>
        </p:spPr>
        <p:txBody>
          <a:bodyPr anchor="ctr" anchorCtr="1">
            <a:spAutoFit/>
          </a:bodyPr>
          <a:lstStyle/>
          <a:p>
            <a:r>
              <a:rPr lang="es-ES" dirty="0"/>
              <a:t>Unidad 1 - HTML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HTML</a:t>
            </a:r>
          </a:p>
        </p:txBody>
      </p:sp>
      <p:sp>
        <p:nvSpPr>
          <p:cNvPr id="3" name="CuadroTexto 2">
            <a:extLst>
              <a:ext uri="{FF2B5EF4-FFF2-40B4-BE49-F238E27FC236}">
                <a16:creationId xmlns:a16="http://schemas.microsoft.com/office/drawing/2014/main" id="{6DA247FA-82D0-056A-FB32-4BBC45DE57B9}"/>
              </a:ext>
            </a:extLst>
          </p:cNvPr>
          <p:cNvSpPr txBox="1"/>
          <p:nvPr/>
        </p:nvSpPr>
        <p:spPr>
          <a:xfrm>
            <a:off x="560934" y="1644383"/>
            <a:ext cx="8992142" cy="2308324"/>
          </a:xfrm>
          <a:prstGeom prst="rect">
            <a:avLst/>
          </a:prstGeom>
          <a:noFill/>
        </p:spPr>
        <p:txBody>
          <a:bodyPr wrap="none" rtlCol="0">
            <a:spAutoFit/>
          </a:bodyPr>
          <a:lstStyle/>
          <a:p>
            <a:r>
              <a:rPr lang="es-ES" dirty="0"/>
              <a:t>HTML es, sin lugar a dudas, el lenguaje de marcado más ampliamente reconocido y utilizado.</a:t>
            </a:r>
          </a:p>
          <a:p>
            <a:r>
              <a:rPr lang="es-ES" dirty="0"/>
              <a:t> Su acrónimo en español se traduce como "Lenguaje de Marcado de Hipertexto“</a:t>
            </a:r>
          </a:p>
          <a:p>
            <a:r>
              <a:rPr lang="es-ES" dirty="0"/>
              <a:t> (</a:t>
            </a:r>
            <a:r>
              <a:rPr lang="es-ES" dirty="0" err="1"/>
              <a:t>HyperText</a:t>
            </a:r>
            <a:r>
              <a:rPr lang="es-ES" dirty="0"/>
              <a:t> </a:t>
            </a:r>
            <a:r>
              <a:rPr lang="es-ES" dirty="0" err="1"/>
              <a:t>Markup</a:t>
            </a:r>
            <a:r>
              <a:rPr lang="es-ES" dirty="0"/>
              <a:t> </a:t>
            </a:r>
            <a:r>
              <a:rPr lang="es-ES" dirty="0" err="1"/>
              <a:t>Language</a:t>
            </a:r>
            <a:r>
              <a:rPr lang="es-ES" dirty="0"/>
              <a:t>), y es el lenguaje en el que se escriben la gran mayoría de las</a:t>
            </a:r>
          </a:p>
          <a:p>
            <a:r>
              <a:rPr lang="es-ES" dirty="0"/>
              <a:t> páginas web que componen la </a:t>
            </a:r>
            <a:r>
              <a:rPr lang="es-ES" dirty="0" err="1"/>
              <a:t>World</a:t>
            </a:r>
            <a:r>
              <a:rPr lang="es-ES" dirty="0"/>
              <a:t> Wide Web, comúnmente conocida como la web. </a:t>
            </a:r>
          </a:p>
          <a:p>
            <a:endParaRPr lang="es-ES" dirty="0"/>
          </a:p>
          <a:p>
            <a:r>
              <a:rPr lang="es-ES" dirty="0"/>
              <a:t>Es importante destacar que todos los navegadores web son capaces de reconocer HTML y de</a:t>
            </a:r>
          </a:p>
          <a:p>
            <a:r>
              <a:rPr lang="es-ES" dirty="0"/>
              <a:t> interpretarlo, lo que les permite traducirlo en la representación visual que vemos los usuarios</a:t>
            </a:r>
          </a:p>
          <a:p>
            <a:r>
              <a:rPr lang="es-ES" dirty="0"/>
              <a:t> al acceder a una página web.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HTML</a:t>
            </a:r>
          </a:p>
        </p:txBody>
      </p:sp>
      <p:sp>
        <p:nvSpPr>
          <p:cNvPr id="3" name="CuadroTexto 2">
            <a:extLst>
              <a:ext uri="{FF2B5EF4-FFF2-40B4-BE49-F238E27FC236}">
                <a16:creationId xmlns:a16="http://schemas.microsoft.com/office/drawing/2014/main" id="{6DA247FA-82D0-056A-FB32-4BBC45DE57B9}"/>
              </a:ext>
            </a:extLst>
          </p:cNvPr>
          <p:cNvSpPr txBox="1"/>
          <p:nvPr/>
        </p:nvSpPr>
        <p:spPr>
          <a:xfrm>
            <a:off x="560934" y="1644383"/>
            <a:ext cx="9111149" cy="2862322"/>
          </a:xfrm>
          <a:prstGeom prst="rect">
            <a:avLst/>
          </a:prstGeom>
          <a:noFill/>
        </p:spPr>
        <p:txBody>
          <a:bodyPr wrap="none" rtlCol="0">
            <a:spAutoFit/>
          </a:bodyPr>
          <a:lstStyle/>
          <a:p>
            <a:r>
              <a:rPr lang="es-ES" dirty="0"/>
              <a:t>la gestión de HTML recae en el W3C (</a:t>
            </a:r>
            <a:r>
              <a:rPr lang="es-ES" dirty="0" err="1"/>
              <a:t>World</a:t>
            </a:r>
            <a:r>
              <a:rPr lang="es-ES" dirty="0"/>
              <a:t> Wide Web </a:t>
            </a:r>
            <a:r>
              <a:rPr lang="es-ES" dirty="0" err="1"/>
              <a:t>Consortium</a:t>
            </a:r>
            <a:r>
              <a:rPr lang="es-ES" dirty="0"/>
              <a:t>), un consorcio</a:t>
            </a:r>
          </a:p>
          <a:p>
            <a:r>
              <a:rPr lang="es-ES" dirty="0"/>
              <a:t> dedicado a la estandarización de la web con el objetivo de hacerla accesible, universal,</a:t>
            </a:r>
          </a:p>
          <a:p>
            <a:r>
              <a:rPr lang="es-ES" dirty="0"/>
              <a:t> confiable, fácil de usar y de libre acceso. </a:t>
            </a:r>
          </a:p>
          <a:p>
            <a:endParaRPr lang="es-ES" dirty="0"/>
          </a:p>
          <a:p>
            <a:r>
              <a:rPr lang="es-ES" dirty="0"/>
              <a:t>Es importante subrayar que HTML es un lenguaje gratuito, lo que significa que ninguna persona</a:t>
            </a:r>
          </a:p>
          <a:p>
            <a:r>
              <a:rPr lang="es-ES" dirty="0"/>
              <a:t>ni empresa está obligada a pagar por su uso.</a:t>
            </a:r>
          </a:p>
          <a:p>
            <a:endParaRPr lang="es-ES" dirty="0"/>
          </a:p>
          <a:p>
            <a:r>
              <a:rPr lang="es-ES" dirty="0"/>
              <a:t>En 1991, Tim Berners-Lee ideó HTML como un lenguaje de marcado destinado</a:t>
            </a:r>
          </a:p>
          <a:p>
            <a:r>
              <a:rPr lang="es-ES" dirty="0"/>
              <a:t> a ofrecer una solución simple, versátil y global para el almacenamiento</a:t>
            </a:r>
          </a:p>
          <a:p>
            <a:r>
              <a:rPr lang="es-ES" dirty="0"/>
              <a:t> y la transmisión de información entre diversos sistemas informáticos.</a:t>
            </a:r>
          </a:p>
        </p:txBody>
      </p:sp>
    </p:spTree>
    <p:extLst>
      <p:ext uri="{BB962C8B-B14F-4D97-AF65-F5344CB8AC3E}">
        <p14:creationId xmlns:p14="http://schemas.microsoft.com/office/powerpoint/2010/main" val="3815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HTML</a:t>
            </a:r>
          </a:p>
        </p:txBody>
      </p:sp>
      <p:sp>
        <p:nvSpPr>
          <p:cNvPr id="3" name="CuadroTexto 2">
            <a:extLst>
              <a:ext uri="{FF2B5EF4-FFF2-40B4-BE49-F238E27FC236}">
                <a16:creationId xmlns:a16="http://schemas.microsoft.com/office/drawing/2014/main" id="{6DA247FA-82D0-056A-FB32-4BBC45DE57B9}"/>
              </a:ext>
            </a:extLst>
          </p:cNvPr>
          <p:cNvSpPr txBox="1"/>
          <p:nvPr/>
        </p:nvSpPr>
        <p:spPr>
          <a:xfrm>
            <a:off x="560934" y="1644383"/>
            <a:ext cx="9159687" cy="1477328"/>
          </a:xfrm>
          <a:prstGeom prst="rect">
            <a:avLst/>
          </a:prstGeom>
          <a:noFill/>
        </p:spPr>
        <p:txBody>
          <a:bodyPr wrap="none" rtlCol="0">
            <a:spAutoFit/>
          </a:bodyPr>
          <a:lstStyle/>
          <a:p>
            <a:r>
              <a:rPr lang="es-ES" dirty="0"/>
              <a:t>Dos elementos fundamentales que han marcado la evolución y el destino de </a:t>
            </a:r>
            <a:r>
              <a:rPr lang="es-ES" dirty="0" err="1"/>
              <a:t>html</a:t>
            </a:r>
            <a:r>
              <a:rPr lang="es-ES" dirty="0"/>
              <a:t>:</a:t>
            </a:r>
          </a:p>
          <a:p>
            <a:pPr marL="285750" indent="-285750">
              <a:buFont typeface="Arial" panose="020B0604020202020204" pitchFamily="34" charset="0"/>
              <a:buChar char="•"/>
            </a:pPr>
            <a:r>
              <a:rPr lang="es-ES" dirty="0"/>
              <a:t>Sus destinatarios, es decir, las personas. A consecuencia de esto, si un navegador procesa un </a:t>
            </a:r>
          </a:p>
          <a:p>
            <a:r>
              <a:rPr lang="es-ES" dirty="0"/>
              <a:t>     código </a:t>
            </a:r>
            <a:r>
              <a:rPr lang="es-ES" dirty="0" err="1"/>
              <a:t>html</a:t>
            </a:r>
            <a:r>
              <a:rPr lang="es-ES" dirty="0"/>
              <a:t> y encuentra algún error de sintaxis, seguirá interpretando el código</a:t>
            </a:r>
          </a:p>
          <a:p>
            <a:r>
              <a:rPr lang="es-ES" dirty="0"/>
              <a:t>     e intentará solucionarlo.</a:t>
            </a:r>
          </a:p>
          <a:p>
            <a:pPr marL="285750" indent="-285750">
              <a:buFont typeface="Arial" panose="020B0604020202020204" pitchFamily="34" charset="0"/>
              <a:buChar char="•"/>
            </a:pPr>
            <a:r>
              <a:rPr lang="es-ES" dirty="0"/>
              <a:t>La información que proporciona se enfoca en lo estético y no en lo semántico.</a:t>
            </a:r>
          </a:p>
        </p:txBody>
      </p:sp>
    </p:spTree>
    <p:extLst>
      <p:ext uri="{BB962C8B-B14F-4D97-AF65-F5344CB8AC3E}">
        <p14:creationId xmlns:p14="http://schemas.microsoft.com/office/powerpoint/2010/main" val="263853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HTML</a:t>
            </a:r>
          </a:p>
        </p:txBody>
      </p:sp>
      <p:sp>
        <p:nvSpPr>
          <p:cNvPr id="3" name="CuadroTexto 2">
            <a:extLst>
              <a:ext uri="{FF2B5EF4-FFF2-40B4-BE49-F238E27FC236}">
                <a16:creationId xmlns:a16="http://schemas.microsoft.com/office/drawing/2014/main" id="{6DA247FA-82D0-056A-FB32-4BBC45DE57B9}"/>
              </a:ext>
            </a:extLst>
          </p:cNvPr>
          <p:cNvSpPr txBox="1"/>
          <p:nvPr/>
        </p:nvSpPr>
        <p:spPr>
          <a:xfrm>
            <a:off x="560934" y="1644383"/>
            <a:ext cx="8727646" cy="2862322"/>
          </a:xfrm>
          <a:prstGeom prst="rect">
            <a:avLst/>
          </a:prstGeom>
          <a:noFill/>
        </p:spPr>
        <p:txBody>
          <a:bodyPr wrap="none" rtlCol="0">
            <a:spAutoFit/>
          </a:bodyPr>
          <a:lstStyle/>
          <a:p>
            <a:r>
              <a:rPr lang="es-ES" dirty="0"/>
              <a:t>Entre sus características destacan:</a:t>
            </a:r>
          </a:p>
          <a:p>
            <a:pPr marL="285750" indent="-285750">
              <a:buFont typeface="Arial" panose="020B0604020202020204" pitchFamily="34" charset="0"/>
              <a:buChar char="•"/>
            </a:pPr>
            <a:r>
              <a:rPr lang="es-ES" b="1" dirty="0"/>
              <a:t>TEXTO PLANO</a:t>
            </a:r>
            <a:r>
              <a:rPr lang="es-ES" dirty="0"/>
              <a:t>: Archivos compuestos únicamente por caracteres de texto pudiendo ser </a:t>
            </a:r>
          </a:p>
          <a:p>
            <a:r>
              <a:rPr lang="es-ES" dirty="0"/>
              <a:t>      interpretados directamente por un simple editor de texto. </a:t>
            </a:r>
          </a:p>
          <a:p>
            <a:pPr marL="285750" indent="-285750">
              <a:buFont typeface="Arial" panose="020B0604020202020204" pitchFamily="34" charset="0"/>
              <a:buChar char="•"/>
            </a:pPr>
            <a:r>
              <a:rPr lang="es-ES" dirty="0"/>
              <a:t> </a:t>
            </a:r>
            <a:r>
              <a:rPr lang="es-ES" b="1" dirty="0"/>
              <a:t>INDEPENDENCIA</a:t>
            </a:r>
            <a:r>
              <a:rPr lang="es-ES" dirty="0"/>
              <a:t>: Los documentos son independientes del sistema operativo,</a:t>
            </a:r>
          </a:p>
          <a:p>
            <a:r>
              <a:rPr lang="es-ES" dirty="0"/>
              <a:t>       o programa con el que fueron creados así como del dispositivo final que lo interprete.</a:t>
            </a:r>
          </a:p>
          <a:p>
            <a:pPr marL="285750" indent="-285750">
              <a:buFont typeface="Arial" panose="020B0604020202020204" pitchFamily="34" charset="0"/>
              <a:buChar char="•"/>
            </a:pPr>
            <a:r>
              <a:rPr lang="es-ES" b="1" dirty="0"/>
              <a:t>COMPACIDAD</a:t>
            </a:r>
            <a:r>
              <a:rPr lang="es-ES" dirty="0"/>
              <a:t>: Las instrucciones de marcado se mezclan con el propio contenido</a:t>
            </a:r>
          </a:p>
          <a:p>
            <a:pPr marL="285750" indent="-285750">
              <a:buFont typeface="Arial" panose="020B0604020202020204" pitchFamily="34" charset="0"/>
              <a:buChar char="•"/>
            </a:pPr>
            <a:r>
              <a:rPr lang="es-ES" b="1" dirty="0"/>
              <a:t>FLEXIBILIDAD</a:t>
            </a:r>
            <a:r>
              <a:rPr lang="es-ES" dirty="0"/>
              <a:t>: Se pueden combinar en el mismo archivo con otros lenguajes como</a:t>
            </a:r>
          </a:p>
          <a:p>
            <a:r>
              <a:rPr lang="es-ES" dirty="0"/>
              <a:t>      PHP, JavaScript… XML ha permitido que se puedan combinar varios lenguajes de marcas</a:t>
            </a:r>
          </a:p>
          <a:p>
            <a:r>
              <a:rPr lang="es-ES" dirty="0"/>
              <a:t>      diferentes en un mismo archivo, como en el caso de XHTML.</a:t>
            </a:r>
          </a:p>
          <a:p>
            <a:endParaRPr lang="es-ES" dirty="0"/>
          </a:p>
        </p:txBody>
      </p:sp>
    </p:spTree>
    <p:extLst>
      <p:ext uri="{BB962C8B-B14F-4D97-AF65-F5344CB8AC3E}">
        <p14:creationId xmlns:p14="http://schemas.microsoft.com/office/powerpoint/2010/main" val="394794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Historia HTML</a:t>
            </a:r>
          </a:p>
        </p:txBody>
      </p:sp>
      <p:sp>
        <p:nvSpPr>
          <p:cNvPr id="4" name="CuadroTexto 3">
            <a:extLst>
              <a:ext uri="{FF2B5EF4-FFF2-40B4-BE49-F238E27FC236}">
                <a16:creationId xmlns:a16="http://schemas.microsoft.com/office/drawing/2014/main" id="{2D3E2E14-8FEF-9F6F-49A0-90FFC741B3E7}"/>
              </a:ext>
            </a:extLst>
          </p:cNvPr>
          <p:cNvSpPr txBox="1"/>
          <p:nvPr/>
        </p:nvSpPr>
        <p:spPr>
          <a:xfrm>
            <a:off x="265044" y="1245705"/>
            <a:ext cx="9520107" cy="4247317"/>
          </a:xfrm>
          <a:prstGeom prst="rect">
            <a:avLst/>
          </a:prstGeom>
          <a:noFill/>
        </p:spPr>
        <p:txBody>
          <a:bodyPr wrap="none" rtlCol="0">
            <a:spAutoFit/>
          </a:bodyPr>
          <a:lstStyle/>
          <a:p>
            <a:r>
              <a:rPr lang="es-ES" dirty="0"/>
              <a:t>Tim Berners-Lee, que trabajaba en el CERN (Organización Europea para la investigación nuclear) </a:t>
            </a:r>
          </a:p>
          <a:p>
            <a:r>
              <a:rPr lang="es-ES" dirty="0"/>
              <a:t>Hizo un diseño inicial en el año </a:t>
            </a:r>
            <a:r>
              <a:rPr lang="es-ES" b="1" dirty="0"/>
              <a:t>1991</a:t>
            </a:r>
            <a:r>
              <a:rPr lang="es-ES" dirty="0"/>
              <a:t> sobre </a:t>
            </a:r>
            <a:r>
              <a:rPr lang="es-ES" dirty="0" err="1"/>
              <a:t>html</a:t>
            </a:r>
            <a:r>
              <a:rPr lang="es-ES" dirty="0"/>
              <a:t>, a partir de SGML. </a:t>
            </a:r>
          </a:p>
          <a:p>
            <a:r>
              <a:rPr lang="es-ES" dirty="0"/>
              <a:t>Esta primera versión incluía solamente 18 etiquetas y nunca llegó a ser una versión oficial, tan solo </a:t>
            </a:r>
          </a:p>
          <a:p>
            <a:r>
              <a:rPr lang="es-ES" dirty="0"/>
              <a:t>Un borrador.</a:t>
            </a:r>
          </a:p>
          <a:p>
            <a:r>
              <a:rPr lang="es-ES" dirty="0"/>
              <a:t>Con el objetivo de guiar el desarrollo de la web, Tim Berners-Lee estableció el</a:t>
            </a:r>
          </a:p>
          <a:p>
            <a:r>
              <a:rPr lang="es-ES" dirty="0"/>
              <a:t> </a:t>
            </a:r>
            <a:r>
              <a:rPr lang="es-ES" dirty="0" err="1"/>
              <a:t>World</a:t>
            </a:r>
            <a:r>
              <a:rPr lang="es-ES" dirty="0"/>
              <a:t> Wide Web </a:t>
            </a:r>
            <a:r>
              <a:rPr lang="es-ES" dirty="0" err="1"/>
              <a:t>Consortium</a:t>
            </a:r>
            <a:r>
              <a:rPr lang="es-ES" dirty="0"/>
              <a:t> (W3C) en octubre de </a:t>
            </a:r>
            <a:r>
              <a:rPr lang="es-ES" b="1" dirty="0"/>
              <a:t>1994</a:t>
            </a:r>
            <a:r>
              <a:rPr lang="es-ES" dirty="0"/>
              <a:t>, </a:t>
            </a:r>
          </a:p>
          <a:p>
            <a:r>
              <a:rPr lang="es-ES" dirty="0"/>
              <a:t>como un punto de encuentro para empresas, instituciones académicas y </a:t>
            </a:r>
          </a:p>
          <a:p>
            <a:r>
              <a:rPr lang="es-ES" dirty="0"/>
              <a:t>organizaciones sin fines de lucro.</a:t>
            </a:r>
          </a:p>
          <a:p>
            <a:r>
              <a:rPr lang="es-ES" b="1" dirty="0"/>
              <a:t>1995</a:t>
            </a:r>
            <a:r>
              <a:rPr lang="es-ES" dirty="0"/>
              <a:t>: HTML 2.0 Primer estándar oficial publicado por la IEFT (Grupo de Trabajo de Ingeniería</a:t>
            </a:r>
          </a:p>
          <a:p>
            <a:r>
              <a:rPr lang="es-ES" dirty="0"/>
              <a:t> de Internet): </a:t>
            </a:r>
            <a:r>
              <a:rPr lang="es-ES" dirty="0">
                <a:hlinkClick r:id="rId3"/>
              </a:rPr>
              <a:t>https://www.rfc-editor.org/rfc/rfc1866.txt</a:t>
            </a:r>
            <a:endParaRPr lang="es-ES" dirty="0"/>
          </a:p>
          <a:p>
            <a:r>
              <a:rPr lang="es-ES" b="1" dirty="0"/>
              <a:t>1996</a:t>
            </a:r>
            <a:r>
              <a:rPr lang="es-ES" dirty="0"/>
              <a:t>: HTML 3.2 Primera recomendación del estándar W3C sobre HTML. HTML 3.2 añadía funciones</a:t>
            </a:r>
          </a:p>
          <a:p>
            <a:r>
              <a:rPr lang="es-ES" dirty="0"/>
              <a:t> muy extendidas, como tablas, applets, flujo de texto alrededor de imágenes, superíndices y</a:t>
            </a:r>
          </a:p>
          <a:p>
            <a:r>
              <a:rPr lang="es-ES" dirty="0"/>
              <a:t>subíndices al tiempo que ofrecía compatibilidad con la norma HTML 2.0.</a:t>
            </a:r>
          </a:p>
          <a:p>
            <a:r>
              <a:rPr lang="es-ES" dirty="0">
                <a:hlinkClick r:id="rId4"/>
              </a:rPr>
              <a:t>https://www.w3.org/TR/2018/SPSD-html32-20180315/</a:t>
            </a:r>
            <a:endParaRPr lang="es-ES" dirty="0"/>
          </a:p>
          <a:p>
            <a:endParaRPr lang="es-ES" dirty="0"/>
          </a:p>
        </p:txBody>
      </p:sp>
    </p:spTree>
    <p:extLst>
      <p:ext uri="{BB962C8B-B14F-4D97-AF65-F5344CB8AC3E}">
        <p14:creationId xmlns:p14="http://schemas.microsoft.com/office/powerpoint/2010/main" val="3855588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Historia HTML</a:t>
            </a:r>
          </a:p>
        </p:txBody>
      </p:sp>
      <p:graphicFrame>
        <p:nvGraphicFramePr>
          <p:cNvPr id="3" name="Tabla 4">
            <a:extLst>
              <a:ext uri="{FF2B5EF4-FFF2-40B4-BE49-F238E27FC236}">
                <a16:creationId xmlns:a16="http://schemas.microsoft.com/office/drawing/2014/main" id="{2C95886A-8FAD-F5A7-5E37-2F34219C6E8A}"/>
              </a:ext>
            </a:extLst>
          </p:cNvPr>
          <p:cNvGraphicFramePr>
            <a:graphicFrameLocks noGrp="1"/>
          </p:cNvGraphicFramePr>
          <p:nvPr>
            <p:extLst>
              <p:ext uri="{D42A27DB-BD31-4B8C-83A1-F6EECF244321}">
                <p14:modId xmlns:p14="http://schemas.microsoft.com/office/powerpoint/2010/main" val="4221752416"/>
              </p:ext>
            </p:extLst>
          </p:nvPr>
        </p:nvGraphicFramePr>
        <p:xfrm>
          <a:off x="797915" y="1456800"/>
          <a:ext cx="8120798" cy="3548576"/>
        </p:xfrm>
        <a:graphic>
          <a:graphicData uri="http://schemas.openxmlformats.org/drawingml/2006/table">
            <a:tbl>
              <a:tblPr firstRow="1" bandRow="1">
                <a:tableStyleId>{073A0DAA-6AF3-43AB-8588-CEC1D06C72B9}</a:tableStyleId>
              </a:tblPr>
              <a:tblGrid>
                <a:gridCol w="1383464">
                  <a:extLst>
                    <a:ext uri="{9D8B030D-6E8A-4147-A177-3AD203B41FA5}">
                      <a16:colId xmlns:a16="http://schemas.microsoft.com/office/drawing/2014/main" val="498148263"/>
                    </a:ext>
                  </a:extLst>
                </a:gridCol>
                <a:gridCol w="6737334">
                  <a:extLst>
                    <a:ext uri="{9D8B030D-6E8A-4147-A177-3AD203B41FA5}">
                      <a16:colId xmlns:a16="http://schemas.microsoft.com/office/drawing/2014/main" val="841754740"/>
                    </a:ext>
                  </a:extLst>
                </a:gridCol>
              </a:tblGrid>
              <a:tr h="305664">
                <a:tc>
                  <a:txBody>
                    <a:bodyPr/>
                    <a:lstStyle/>
                    <a:p>
                      <a:r>
                        <a:rPr lang="es-ES" u="sng" dirty="0"/>
                        <a:t>Año</a:t>
                      </a:r>
                    </a:p>
                  </a:txBody>
                  <a:tcPr/>
                </a:tc>
                <a:tc>
                  <a:txBody>
                    <a:bodyPr/>
                    <a:lstStyle/>
                    <a:p>
                      <a:r>
                        <a:rPr lang="es-ES" u="sng" dirty="0"/>
                        <a:t>Observaciones</a:t>
                      </a:r>
                    </a:p>
                  </a:txBody>
                  <a:tcPr/>
                </a:tc>
                <a:extLst>
                  <a:ext uri="{0D108BD9-81ED-4DB2-BD59-A6C34878D82A}">
                    <a16:rowId xmlns:a16="http://schemas.microsoft.com/office/drawing/2014/main" val="708524689"/>
                  </a:ext>
                </a:extLst>
              </a:tr>
              <a:tr h="359109">
                <a:tc>
                  <a:txBody>
                    <a:bodyPr/>
                    <a:lstStyle/>
                    <a:p>
                      <a:r>
                        <a:rPr lang="es-ES" sz="1400" u="none" dirty="0"/>
                        <a:t>1997</a:t>
                      </a:r>
                    </a:p>
                  </a:txBody>
                  <a:tcPr/>
                </a:tc>
                <a:tc>
                  <a:txBody>
                    <a:bodyPr/>
                    <a:lstStyle/>
                    <a:p>
                      <a:r>
                        <a:rPr lang="es-ES" sz="1400" u="none" dirty="0"/>
                        <a:t>HTML 4.0. Publicado como recomendación del W3C. Incluía una especificación de CSS</a:t>
                      </a:r>
                    </a:p>
                  </a:txBody>
                  <a:tcPr/>
                </a:tc>
                <a:extLst>
                  <a:ext uri="{0D108BD9-81ED-4DB2-BD59-A6C34878D82A}">
                    <a16:rowId xmlns:a16="http://schemas.microsoft.com/office/drawing/2014/main" val="3749876252"/>
                  </a:ext>
                </a:extLst>
              </a:tr>
              <a:tr h="254720">
                <a:tc>
                  <a:txBody>
                    <a:bodyPr/>
                    <a:lstStyle/>
                    <a:p>
                      <a:r>
                        <a:rPr lang="es-ES" sz="1400" u="none" dirty="0"/>
                        <a:t>1999</a:t>
                      </a:r>
                    </a:p>
                  </a:txBody>
                  <a:tcPr/>
                </a:tc>
                <a:tc>
                  <a:txBody>
                    <a:bodyPr/>
                    <a:lstStyle/>
                    <a:p>
                      <a:r>
                        <a:rPr lang="es-ES" sz="1400" u="none" dirty="0"/>
                        <a:t>HTML 4.1. No incluía mejoras significativas</a:t>
                      </a:r>
                    </a:p>
                  </a:txBody>
                  <a:tcPr/>
                </a:tc>
                <a:extLst>
                  <a:ext uri="{0D108BD9-81ED-4DB2-BD59-A6C34878D82A}">
                    <a16:rowId xmlns:a16="http://schemas.microsoft.com/office/drawing/2014/main" val="758006335"/>
                  </a:ext>
                </a:extLst>
              </a:tr>
              <a:tr h="513012">
                <a:tc>
                  <a:txBody>
                    <a:bodyPr/>
                    <a:lstStyle/>
                    <a:p>
                      <a:r>
                        <a:rPr lang="es-ES" sz="1400" u="none" dirty="0"/>
                        <a:t>2000</a:t>
                      </a:r>
                    </a:p>
                  </a:txBody>
                  <a:tcPr/>
                </a:tc>
                <a:tc>
                  <a:txBody>
                    <a:bodyPr/>
                    <a:lstStyle/>
                    <a:p>
                      <a:r>
                        <a:rPr lang="es-ES" sz="1400" u="none" dirty="0"/>
                        <a:t>XHTML. Publicado como recomendación y nueva apuesta del W3C. En HTML5 se incorpora como parte de la recomendación y deja de desarrollarse por separado</a:t>
                      </a:r>
                    </a:p>
                  </a:txBody>
                  <a:tcPr/>
                </a:tc>
                <a:extLst>
                  <a:ext uri="{0D108BD9-81ED-4DB2-BD59-A6C34878D82A}">
                    <a16:rowId xmlns:a16="http://schemas.microsoft.com/office/drawing/2014/main" val="2210885765"/>
                  </a:ext>
                </a:extLst>
              </a:tr>
              <a:tr h="359109">
                <a:tc>
                  <a:txBody>
                    <a:bodyPr/>
                    <a:lstStyle/>
                    <a:p>
                      <a:r>
                        <a:rPr lang="es-ES" sz="1400" u="none" dirty="0"/>
                        <a:t>2002</a:t>
                      </a:r>
                    </a:p>
                  </a:txBody>
                  <a:tcPr/>
                </a:tc>
                <a:tc>
                  <a:txBody>
                    <a:bodyPr/>
                    <a:lstStyle/>
                    <a:p>
                      <a:r>
                        <a:rPr lang="es-ES" sz="1400" u="none" dirty="0"/>
                        <a:t>Borrador de XHML 2.0 </a:t>
                      </a:r>
                      <a:r>
                        <a:rPr lang="es-ES" sz="1400" u="none" dirty="0">
                          <a:hlinkClick r:id="rId3"/>
                        </a:rPr>
                        <a:t>https://www.w3.org/TR/2002/WD-xhtml2-20020805/</a:t>
                      </a:r>
                      <a:endParaRPr lang="es-ES" sz="1400" u="none" dirty="0"/>
                    </a:p>
                  </a:txBody>
                  <a:tcPr/>
                </a:tc>
                <a:extLst>
                  <a:ext uri="{0D108BD9-81ED-4DB2-BD59-A6C34878D82A}">
                    <a16:rowId xmlns:a16="http://schemas.microsoft.com/office/drawing/2014/main" val="1413584374"/>
                  </a:ext>
                </a:extLst>
              </a:tr>
              <a:tr h="820819">
                <a:tc>
                  <a:txBody>
                    <a:bodyPr/>
                    <a:lstStyle/>
                    <a:p>
                      <a:r>
                        <a:rPr lang="es-ES" sz="1400" u="none" dirty="0"/>
                        <a:t>2004</a:t>
                      </a:r>
                    </a:p>
                  </a:txBody>
                  <a:tcPr/>
                </a:tc>
                <a:tc>
                  <a:txBody>
                    <a:bodyPr/>
                    <a:lstStyle/>
                    <a:p>
                      <a:r>
                        <a:rPr lang="es-ES" sz="1400" u="none" dirty="0"/>
                        <a:t>surgió el WHATWG, un consorcio compuesto por Mozilla, Apple y Opera, que operaba independientemente del W3C, con el propósito de retomar el desarrollo del HTML. Este esfuerzo se llevó a cabo cuando el W3C había desplazado su enfoque hacia el XHTML</a:t>
                      </a:r>
                    </a:p>
                  </a:txBody>
                  <a:tcPr/>
                </a:tc>
                <a:extLst>
                  <a:ext uri="{0D108BD9-81ED-4DB2-BD59-A6C34878D82A}">
                    <a16:rowId xmlns:a16="http://schemas.microsoft.com/office/drawing/2014/main" val="1587222607"/>
                  </a:ext>
                </a:extLst>
              </a:tr>
              <a:tr h="820819">
                <a:tc>
                  <a:txBody>
                    <a:bodyPr/>
                    <a:lstStyle/>
                    <a:p>
                      <a:r>
                        <a:rPr lang="es-ES" sz="1400" u="none" dirty="0"/>
                        <a:t>2008</a:t>
                      </a:r>
                    </a:p>
                  </a:txBody>
                  <a:tcPr/>
                </a:tc>
                <a:tc>
                  <a:txBody>
                    <a:bodyPr/>
                    <a:lstStyle/>
                    <a:p>
                      <a:r>
                        <a:rPr lang="es-ES" sz="1400" u="none" dirty="0"/>
                        <a:t>Primer borrador de HTML 5.0 por WHATWG. Debido a la fuerza de las empresas que conforman WHATWG, W3C se vuelve a interesar por HTML5</a:t>
                      </a:r>
                    </a:p>
                  </a:txBody>
                  <a:tcPr/>
                </a:tc>
                <a:extLst>
                  <a:ext uri="{0D108BD9-81ED-4DB2-BD59-A6C34878D82A}">
                    <a16:rowId xmlns:a16="http://schemas.microsoft.com/office/drawing/2014/main" val="543238544"/>
                  </a:ext>
                </a:extLst>
              </a:tr>
            </a:tbl>
          </a:graphicData>
        </a:graphic>
      </p:graphicFrame>
    </p:spTree>
    <p:extLst>
      <p:ext uri="{BB962C8B-B14F-4D97-AF65-F5344CB8AC3E}">
        <p14:creationId xmlns:p14="http://schemas.microsoft.com/office/powerpoint/2010/main" val="2383601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Historia HTML</a:t>
            </a:r>
          </a:p>
        </p:txBody>
      </p:sp>
      <p:graphicFrame>
        <p:nvGraphicFramePr>
          <p:cNvPr id="3" name="Tabla 4">
            <a:extLst>
              <a:ext uri="{FF2B5EF4-FFF2-40B4-BE49-F238E27FC236}">
                <a16:creationId xmlns:a16="http://schemas.microsoft.com/office/drawing/2014/main" id="{2C95886A-8FAD-F5A7-5E37-2F34219C6E8A}"/>
              </a:ext>
            </a:extLst>
          </p:cNvPr>
          <p:cNvGraphicFramePr>
            <a:graphicFrameLocks noGrp="1"/>
          </p:cNvGraphicFramePr>
          <p:nvPr>
            <p:extLst>
              <p:ext uri="{D42A27DB-BD31-4B8C-83A1-F6EECF244321}">
                <p14:modId xmlns:p14="http://schemas.microsoft.com/office/powerpoint/2010/main" val="808449213"/>
              </p:ext>
            </p:extLst>
          </p:nvPr>
        </p:nvGraphicFramePr>
        <p:xfrm>
          <a:off x="721715" y="1792080"/>
          <a:ext cx="8372590" cy="2471872"/>
        </p:xfrm>
        <a:graphic>
          <a:graphicData uri="http://schemas.openxmlformats.org/drawingml/2006/table">
            <a:tbl>
              <a:tblPr firstRow="1" bandRow="1">
                <a:tableStyleId>{073A0DAA-6AF3-43AB-8588-CEC1D06C72B9}</a:tableStyleId>
              </a:tblPr>
              <a:tblGrid>
                <a:gridCol w="1534468">
                  <a:extLst>
                    <a:ext uri="{9D8B030D-6E8A-4147-A177-3AD203B41FA5}">
                      <a16:colId xmlns:a16="http://schemas.microsoft.com/office/drawing/2014/main" val="498148263"/>
                    </a:ext>
                  </a:extLst>
                </a:gridCol>
                <a:gridCol w="6838122">
                  <a:extLst>
                    <a:ext uri="{9D8B030D-6E8A-4147-A177-3AD203B41FA5}">
                      <a16:colId xmlns:a16="http://schemas.microsoft.com/office/drawing/2014/main" val="841754740"/>
                    </a:ext>
                  </a:extLst>
                </a:gridCol>
              </a:tblGrid>
              <a:tr h="323696">
                <a:tc>
                  <a:txBody>
                    <a:bodyPr/>
                    <a:lstStyle/>
                    <a:p>
                      <a:r>
                        <a:rPr lang="es-ES" u="sng" dirty="0"/>
                        <a:t>Año</a:t>
                      </a:r>
                    </a:p>
                  </a:txBody>
                  <a:tcPr/>
                </a:tc>
                <a:tc>
                  <a:txBody>
                    <a:bodyPr/>
                    <a:lstStyle/>
                    <a:p>
                      <a:r>
                        <a:rPr lang="es-ES" u="sng" dirty="0"/>
                        <a:t>Observaciones</a:t>
                      </a:r>
                    </a:p>
                  </a:txBody>
                  <a:tcPr/>
                </a:tc>
                <a:extLst>
                  <a:ext uri="{0D108BD9-81ED-4DB2-BD59-A6C34878D82A}">
                    <a16:rowId xmlns:a16="http://schemas.microsoft.com/office/drawing/2014/main" val="708524689"/>
                  </a:ext>
                </a:extLst>
              </a:tr>
              <a:tr h="429712">
                <a:tc>
                  <a:txBody>
                    <a:bodyPr/>
                    <a:lstStyle/>
                    <a:p>
                      <a:r>
                        <a:rPr lang="es-ES" sz="1400" u="none" dirty="0"/>
                        <a:t>2014</a:t>
                      </a:r>
                    </a:p>
                  </a:txBody>
                  <a:tcPr/>
                </a:tc>
                <a:tc>
                  <a:txBody>
                    <a:bodyPr/>
                    <a:lstStyle/>
                    <a:p>
                      <a:r>
                        <a:rPr lang="es-ES" sz="1400" u="none" dirty="0"/>
                        <a:t>Tim Berners-Lee  y la W3C presentan la versión final del estándar HTML 5</a:t>
                      </a:r>
                    </a:p>
                  </a:txBody>
                  <a:tcPr/>
                </a:tc>
                <a:extLst>
                  <a:ext uri="{0D108BD9-81ED-4DB2-BD59-A6C34878D82A}">
                    <a16:rowId xmlns:a16="http://schemas.microsoft.com/office/drawing/2014/main" val="3749876252"/>
                  </a:ext>
                </a:extLst>
              </a:tr>
              <a:tr h="269747">
                <a:tc>
                  <a:txBody>
                    <a:bodyPr/>
                    <a:lstStyle/>
                    <a:p>
                      <a:r>
                        <a:rPr lang="es-ES" sz="1400" u="none" dirty="0"/>
                        <a:t>2017</a:t>
                      </a:r>
                    </a:p>
                  </a:txBody>
                  <a:tcPr/>
                </a:tc>
                <a:tc>
                  <a:txBody>
                    <a:bodyPr/>
                    <a:lstStyle/>
                    <a:p>
                      <a:r>
                        <a:rPr lang="es-ES" sz="1400" u="none" dirty="0"/>
                        <a:t>Se publica HTML 5.2</a:t>
                      </a:r>
                    </a:p>
                  </a:txBody>
                  <a:tcPr/>
                </a:tc>
                <a:extLst>
                  <a:ext uri="{0D108BD9-81ED-4DB2-BD59-A6C34878D82A}">
                    <a16:rowId xmlns:a16="http://schemas.microsoft.com/office/drawing/2014/main" val="758006335"/>
                  </a:ext>
                </a:extLst>
              </a:tr>
              <a:tr h="613874">
                <a:tc>
                  <a:txBody>
                    <a:bodyPr/>
                    <a:lstStyle/>
                    <a:p>
                      <a:r>
                        <a:rPr lang="es-ES" sz="1400" u="none" dirty="0"/>
                        <a:t>2019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u="none" dirty="0"/>
                        <a:t>W3C y WHATWG firman un acuerdo para colaborar en una única versión de HTML </a:t>
                      </a:r>
                      <a:r>
                        <a:rPr lang="es-ES" sz="1400" u="none" dirty="0">
                          <a:hlinkClick r:id="rId3"/>
                        </a:rPr>
                        <a:t>https://www.w3.org/news/2019/w3c-and-the-whatwg-have-just-signed-an-agreement-to-collaborate-on-the-development-of-a-single-version-of-the-html-and-dom-specifications/</a:t>
                      </a:r>
                      <a:endParaRPr lang="es-ES" sz="1400" u="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400"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u="none" dirty="0">
                          <a:hlinkClick r:id="rId4"/>
                        </a:rPr>
                        <a:t>https://html.spec.whatwg.org/multipage/</a:t>
                      </a:r>
                      <a:endParaRPr lang="es-ES" sz="1400" u="none" dirty="0"/>
                    </a:p>
                    <a:p>
                      <a:endParaRPr lang="es-ES" sz="1400" u="none" dirty="0"/>
                    </a:p>
                  </a:txBody>
                  <a:tcPr/>
                </a:tc>
                <a:extLst>
                  <a:ext uri="{0D108BD9-81ED-4DB2-BD59-A6C34878D82A}">
                    <a16:rowId xmlns:a16="http://schemas.microsoft.com/office/drawing/2014/main" val="2210885765"/>
                  </a:ext>
                </a:extLst>
              </a:tr>
            </a:tbl>
          </a:graphicData>
        </a:graphic>
      </p:graphicFrame>
    </p:spTree>
    <p:extLst>
      <p:ext uri="{BB962C8B-B14F-4D97-AF65-F5344CB8AC3E}">
        <p14:creationId xmlns:p14="http://schemas.microsoft.com/office/powerpoint/2010/main" val="426248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Historia 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705679" y="1386222"/>
            <a:ext cx="8650356" cy="2308324"/>
          </a:xfrm>
          <a:prstGeom prst="rect">
            <a:avLst/>
          </a:prstGeom>
          <a:noFill/>
        </p:spPr>
        <p:txBody>
          <a:bodyPr wrap="square">
            <a:spAutoFit/>
          </a:bodyPr>
          <a:lstStyle/>
          <a:p>
            <a:pPr algn="l"/>
            <a:r>
              <a:rPr lang="es-ES" sz="1800" b="0" i="0" u="none" strike="noStrike" baseline="0" dirty="0">
                <a:latin typeface="Times New Roman" panose="02020603050405020304" pitchFamily="18" charset="0"/>
              </a:rPr>
              <a:t>El lenguaje HTML original era muy permisivo en su sintaxis, por lo que era posible escribir sus etiquetas y atributos de muchas formas diferentes. Las etiquetas por ejemplo podían escribirse en mayúsculas, en minúsculas e incluso combinando mayúsculas y minúsculas. El valor de los atributos de las etiquetas se podían indicar con y sin comillas ("). Además, el orden en el que se abrían y cerraban las etiquetas no era importante.</a:t>
            </a:r>
          </a:p>
          <a:p>
            <a:pPr algn="l"/>
            <a:endParaRPr lang="es-ES" sz="1800" b="0" i="0" u="none" strike="noStrike" baseline="0" dirty="0">
              <a:latin typeface="Times New Roman" panose="02020603050405020304" pitchFamily="18" charset="0"/>
            </a:endParaRPr>
          </a:p>
          <a:p>
            <a:pPr algn="l"/>
            <a:r>
              <a:rPr lang="es-ES" sz="1800" b="0" i="0" u="none" strike="noStrike" baseline="0" dirty="0">
                <a:latin typeface="Times New Roman" panose="02020603050405020304" pitchFamily="18" charset="0"/>
              </a:rPr>
              <a:t>Para que un documento XHTML esté bien formado debe cumplir una serie de normas </a:t>
            </a:r>
          </a:p>
          <a:p>
            <a:pPr algn="l"/>
            <a:r>
              <a:rPr lang="es-ES" dirty="0">
                <a:latin typeface="Times New Roman" panose="02020603050405020304" pitchFamily="18" charset="0"/>
              </a:rPr>
              <a:t>Sintácticas heredadas de XML</a:t>
            </a:r>
            <a:endParaRPr lang="es-ES" dirty="0"/>
          </a:p>
        </p:txBody>
      </p:sp>
    </p:spTree>
    <p:extLst>
      <p:ext uri="{BB962C8B-B14F-4D97-AF65-F5344CB8AC3E}">
        <p14:creationId xmlns:p14="http://schemas.microsoft.com/office/powerpoint/2010/main" val="129508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XHTML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705679" y="2247613"/>
            <a:ext cx="8650356" cy="2031325"/>
          </a:xfrm>
          <a:prstGeom prst="rect">
            <a:avLst/>
          </a:prstGeom>
          <a:noFill/>
        </p:spPr>
        <p:txBody>
          <a:bodyPr wrap="square">
            <a:spAutoFit/>
          </a:bodyPr>
          <a:lstStyle/>
          <a:p>
            <a:pPr algn="l"/>
            <a:r>
              <a:rPr lang="es-ES" b="1" dirty="0">
                <a:latin typeface="Times New Roman" panose="02020603050405020304" pitchFamily="18" charset="0"/>
              </a:rPr>
              <a:t>XHTML es sensible a mayúsculas y minúsculas. Los nombres de las etiquetas y atributos siempre se escriben en minúsculas:</a:t>
            </a:r>
          </a:p>
          <a:p>
            <a:pPr lvl="1"/>
            <a:r>
              <a:rPr lang="es-ES" dirty="0">
                <a:latin typeface="Times New Roman" panose="02020603050405020304" pitchFamily="18" charset="0"/>
              </a:rPr>
              <a:t>Ejemplo correcto en XHTML:</a:t>
            </a:r>
          </a:p>
          <a:p>
            <a:pPr lvl="2"/>
            <a:r>
              <a:rPr lang="es-ES" dirty="0">
                <a:solidFill>
                  <a:srgbClr val="7030A1"/>
                </a:solidFill>
                <a:latin typeface="Calibri" panose="020F0502020204030204" pitchFamily="34" charset="0"/>
              </a:rPr>
              <a:t>&lt;p&gt;Este es un párrafo con &lt;a </a:t>
            </a:r>
            <a:r>
              <a:rPr lang="es-ES" dirty="0" err="1">
                <a:solidFill>
                  <a:srgbClr val="7030A1"/>
                </a:solidFill>
                <a:latin typeface="Calibri" panose="020F0502020204030204" pitchFamily="34" charset="0"/>
              </a:rPr>
              <a:t>href</a:t>
            </a:r>
            <a:r>
              <a:rPr lang="es-ES" dirty="0">
                <a:solidFill>
                  <a:srgbClr val="7030A1"/>
                </a:solidFill>
                <a:latin typeface="Calibri" panose="020F0502020204030204" pitchFamily="34" charset="0"/>
              </a:rPr>
              <a:t>="http://www.google.com"&gt;un enlace&lt;/a&gt;&lt;/p&gt;</a:t>
            </a:r>
          </a:p>
          <a:p>
            <a:pPr lvl="1"/>
            <a:r>
              <a:rPr lang="es-ES" dirty="0">
                <a:latin typeface="Times New Roman" panose="02020603050405020304" pitchFamily="18" charset="0"/>
              </a:rPr>
              <a:t>Ejemplo incorrecto en XHTML (pero correcto en HTML):</a:t>
            </a:r>
          </a:p>
          <a:p>
            <a:pPr lvl="2"/>
            <a:r>
              <a:rPr lang="es-ES" dirty="0">
                <a:solidFill>
                  <a:srgbClr val="7030A1"/>
                </a:solidFill>
                <a:latin typeface="Calibri" panose="020F0502020204030204" pitchFamily="34" charset="0"/>
              </a:rPr>
              <a:t>&lt;p&gt;Este es un párrafo con &lt;A </a:t>
            </a:r>
            <a:r>
              <a:rPr lang="es-ES" dirty="0" err="1">
                <a:solidFill>
                  <a:srgbClr val="7030A1"/>
                </a:solidFill>
                <a:latin typeface="Calibri" panose="020F0502020204030204" pitchFamily="34" charset="0"/>
              </a:rPr>
              <a:t>href</a:t>
            </a:r>
            <a:r>
              <a:rPr lang="es-ES" dirty="0">
                <a:solidFill>
                  <a:srgbClr val="7030A1"/>
                </a:solidFill>
                <a:latin typeface="Calibri" panose="020F0502020204030204" pitchFamily="34" charset="0"/>
              </a:rPr>
              <a:t>="http://www.google.com"&gt;un enlace&lt;/A&gt;&lt;/P&gt;</a:t>
            </a:r>
          </a:p>
        </p:txBody>
      </p:sp>
    </p:spTree>
    <p:extLst>
      <p:ext uri="{BB962C8B-B14F-4D97-AF65-F5344CB8AC3E}">
        <p14:creationId xmlns:p14="http://schemas.microsoft.com/office/powerpoint/2010/main" val="2361007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XHTML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705679" y="2247613"/>
            <a:ext cx="8650356" cy="2031325"/>
          </a:xfrm>
          <a:prstGeom prst="rect">
            <a:avLst/>
          </a:prstGeom>
          <a:noFill/>
        </p:spPr>
        <p:txBody>
          <a:bodyPr wrap="square">
            <a:spAutoFit/>
          </a:bodyPr>
          <a:lstStyle/>
          <a:p>
            <a:pPr algn="l"/>
            <a:r>
              <a:rPr lang="es-ES" b="1" dirty="0">
                <a:latin typeface="Times New Roman" panose="02020603050405020304" pitchFamily="18" charset="0"/>
              </a:rPr>
              <a:t>Todos los elementos deben cerrarse, incluso los vacíos.</a:t>
            </a:r>
          </a:p>
          <a:p>
            <a:pPr lvl="1"/>
            <a:r>
              <a:rPr lang="es-ES" dirty="0">
                <a:latin typeface="Times New Roman" panose="02020603050405020304" pitchFamily="18" charset="0"/>
              </a:rPr>
              <a:t>Ejemplo correcto en XHTML:</a:t>
            </a:r>
          </a:p>
          <a:p>
            <a:pPr lvl="2"/>
            <a:r>
              <a:rPr lang="es-ES" dirty="0">
                <a:solidFill>
                  <a:srgbClr val="7030A1"/>
                </a:solidFill>
                <a:latin typeface="Calibri" panose="020F0502020204030204" pitchFamily="34" charset="0"/>
              </a:rPr>
              <a:t>&lt;</a:t>
            </a:r>
            <a:r>
              <a:rPr lang="es-ES" dirty="0" err="1">
                <a:solidFill>
                  <a:srgbClr val="7030A1"/>
                </a:solidFill>
                <a:latin typeface="Calibri" panose="020F0502020204030204" pitchFamily="34" charset="0"/>
              </a:rPr>
              <a:t>br</a:t>
            </a:r>
            <a:r>
              <a:rPr lang="es-ES" dirty="0">
                <a:solidFill>
                  <a:srgbClr val="7030A1"/>
                </a:solidFill>
                <a:latin typeface="Calibri" panose="020F0502020204030204" pitchFamily="34" charset="0"/>
              </a:rPr>
              <a:t>/&gt;</a:t>
            </a:r>
          </a:p>
          <a:p>
            <a:pPr lvl="2"/>
            <a:r>
              <a:rPr lang="es-ES" dirty="0">
                <a:solidFill>
                  <a:srgbClr val="7030A1"/>
                </a:solidFill>
                <a:latin typeface="Calibri" panose="020F0502020204030204" pitchFamily="34" charset="0"/>
              </a:rPr>
              <a:t>&lt;</a:t>
            </a:r>
            <a:r>
              <a:rPr lang="es-ES" dirty="0" err="1">
                <a:solidFill>
                  <a:srgbClr val="7030A1"/>
                </a:solidFill>
                <a:latin typeface="Calibri" panose="020F0502020204030204" pitchFamily="34" charset="0"/>
              </a:rPr>
              <a:t>img</a:t>
            </a:r>
            <a:r>
              <a:rPr lang="es-ES" dirty="0">
                <a:solidFill>
                  <a:srgbClr val="7030A1"/>
                </a:solidFill>
                <a:latin typeface="Calibri" panose="020F0502020204030204" pitchFamily="34" charset="0"/>
              </a:rPr>
              <a:t> </a:t>
            </a:r>
            <a:r>
              <a:rPr lang="es-ES" dirty="0" err="1">
                <a:solidFill>
                  <a:srgbClr val="7030A1"/>
                </a:solidFill>
                <a:latin typeface="Calibri" panose="020F0502020204030204" pitchFamily="34" charset="0"/>
              </a:rPr>
              <a:t>src</a:t>
            </a:r>
            <a:r>
              <a:rPr lang="es-ES" dirty="0">
                <a:solidFill>
                  <a:srgbClr val="7030A1"/>
                </a:solidFill>
                <a:latin typeface="Calibri" panose="020F0502020204030204" pitchFamily="34" charset="0"/>
              </a:rPr>
              <a:t>=“grafico.png”/&gt;</a:t>
            </a:r>
          </a:p>
          <a:p>
            <a:pPr lvl="1"/>
            <a:r>
              <a:rPr lang="es-ES" dirty="0">
                <a:latin typeface="Times New Roman" panose="02020603050405020304" pitchFamily="18" charset="0"/>
              </a:rPr>
              <a:t>Ejemplo incorrecto en XHTML (pero correcto en HTML):</a:t>
            </a:r>
          </a:p>
          <a:p>
            <a:pPr lvl="2"/>
            <a:r>
              <a:rPr lang="es-ES" dirty="0">
                <a:solidFill>
                  <a:srgbClr val="7030A1"/>
                </a:solidFill>
                <a:latin typeface="Calibri" panose="020F0502020204030204" pitchFamily="34" charset="0"/>
              </a:rPr>
              <a:t>&lt;</a:t>
            </a:r>
            <a:r>
              <a:rPr lang="es-ES" dirty="0" err="1">
                <a:solidFill>
                  <a:srgbClr val="7030A1"/>
                </a:solidFill>
                <a:latin typeface="Calibri" panose="020F0502020204030204" pitchFamily="34" charset="0"/>
              </a:rPr>
              <a:t>br</a:t>
            </a:r>
            <a:r>
              <a:rPr lang="es-ES" dirty="0">
                <a:solidFill>
                  <a:srgbClr val="7030A1"/>
                </a:solidFill>
                <a:latin typeface="Calibri" panose="020F0502020204030204" pitchFamily="34" charset="0"/>
              </a:rPr>
              <a:t>&gt;</a:t>
            </a:r>
          </a:p>
          <a:p>
            <a:pPr lvl="2"/>
            <a:r>
              <a:rPr lang="es-ES" dirty="0">
                <a:solidFill>
                  <a:srgbClr val="7030A1"/>
                </a:solidFill>
                <a:latin typeface="Calibri" panose="020F0502020204030204" pitchFamily="34" charset="0"/>
              </a:rPr>
              <a:t>&lt;</a:t>
            </a:r>
            <a:r>
              <a:rPr lang="es-ES" dirty="0" err="1">
                <a:solidFill>
                  <a:srgbClr val="7030A1"/>
                </a:solidFill>
                <a:latin typeface="Calibri" panose="020F0502020204030204" pitchFamily="34" charset="0"/>
              </a:rPr>
              <a:t>img</a:t>
            </a:r>
            <a:r>
              <a:rPr lang="es-ES" dirty="0">
                <a:solidFill>
                  <a:srgbClr val="7030A1"/>
                </a:solidFill>
                <a:latin typeface="Calibri" panose="020F0502020204030204" pitchFamily="34" charset="0"/>
              </a:rPr>
              <a:t> </a:t>
            </a:r>
            <a:r>
              <a:rPr lang="es-ES" dirty="0" err="1">
                <a:solidFill>
                  <a:srgbClr val="7030A1"/>
                </a:solidFill>
                <a:latin typeface="Calibri" panose="020F0502020204030204" pitchFamily="34" charset="0"/>
              </a:rPr>
              <a:t>src</a:t>
            </a:r>
            <a:r>
              <a:rPr lang="es-ES" dirty="0">
                <a:solidFill>
                  <a:srgbClr val="7030A1"/>
                </a:solidFill>
                <a:latin typeface="Calibri" panose="020F0502020204030204" pitchFamily="34" charset="0"/>
              </a:rPr>
              <a:t>=“grafico.png”&gt;</a:t>
            </a:r>
          </a:p>
        </p:txBody>
      </p:sp>
    </p:spTree>
    <p:extLst>
      <p:ext uri="{BB962C8B-B14F-4D97-AF65-F5344CB8AC3E}">
        <p14:creationId xmlns:p14="http://schemas.microsoft.com/office/powerpoint/2010/main" val="334399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XHTML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400880" y="2128344"/>
            <a:ext cx="8650356" cy="2585323"/>
          </a:xfrm>
          <a:prstGeom prst="rect">
            <a:avLst/>
          </a:prstGeom>
          <a:noFill/>
        </p:spPr>
        <p:txBody>
          <a:bodyPr wrap="square">
            <a:spAutoFit/>
          </a:bodyPr>
          <a:lstStyle/>
          <a:p>
            <a:pPr algn="l"/>
            <a:r>
              <a:rPr lang="es-ES" b="1" dirty="0">
                <a:latin typeface="Times New Roman" panose="02020603050405020304" pitchFamily="18" charset="0"/>
              </a:rPr>
              <a:t>Las etiquetas no deben solaparse, se tienen que cerrar de acuerdo a como se abren  (Anidamiento correcto)</a:t>
            </a:r>
          </a:p>
          <a:p>
            <a:pPr lvl="1"/>
            <a:r>
              <a:rPr lang="es-ES" sz="1800" dirty="0">
                <a:latin typeface="Times New Roman" panose="02020603050405020304" pitchFamily="18" charset="0"/>
              </a:rPr>
              <a:t>Ejemplo correcto en XHTML:</a:t>
            </a:r>
          </a:p>
          <a:p>
            <a:pPr lvl="2"/>
            <a:r>
              <a:rPr lang="es-ES" dirty="0">
                <a:solidFill>
                  <a:srgbClr val="7030A1"/>
                </a:solidFill>
                <a:latin typeface="Calibri" panose="020F0502020204030204" pitchFamily="34" charset="0"/>
              </a:rPr>
              <a:t>&lt;p&gt;Este es un párrafo con &lt;a&gt;un enlace&lt;/a&gt;&lt;/p&gt;</a:t>
            </a:r>
          </a:p>
          <a:p>
            <a:pPr lvl="1"/>
            <a:r>
              <a:rPr lang="es-ES" sz="1800" dirty="0">
                <a:latin typeface="Times New Roman" panose="02020603050405020304" pitchFamily="18" charset="0"/>
              </a:rPr>
              <a:t>Ejemplo incorrecto en XHTML (pero correcto en HTML):</a:t>
            </a:r>
          </a:p>
          <a:p>
            <a:pPr lvl="2"/>
            <a:r>
              <a:rPr lang="es-ES" b="0" i="0" u="none" strike="noStrike" baseline="0" dirty="0">
                <a:solidFill>
                  <a:srgbClr val="7030A1"/>
                </a:solidFill>
                <a:latin typeface="Calibri" panose="020F0502020204030204" pitchFamily="34" charset="0"/>
              </a:rPr>
              <a:t>&lt;p&gt;Este es un párrafo con</a:t>
            </a:r>
          </a:p>
          <a:p>
            <a:pPr lvl="2"/>
            <a:r>
              <a:rPr lang="es-ES" b="0" i="0" u="none" strike="noStrike" baseline="0" dirty="0">
                <a:solidFill>
                  <a:srgbClr val="7030A1"/>
                </a:solidFill>
                <a:latin typeface="Calibri" panose="020F0502020204030204" pitchFamily="34" charset="0"/>
              </a:rPr>
              <a:t> &lt;a&gt;un enlace</a:t>
            </a:r>
          </a:p>
          <a:p>
            <a:pPr lvl="2"/>
            <a:r>
              <a:rPr lang="es-ES" b="0" i="0" u="none" strike="noStrike" baseline="0" dirty="0">
                <a:solidFill>
                  <a:srgbClr val="7030A1"/>
                </a:solidFill>
                <a:latin typeface="Calibri" panose="020F0502020204030204" pitchFamily="34" charset="0"/>
              </a:rPr>
              <a:t>&lt;/p&gt;</a:t>
            </a:r>
          </a:p>
          <a:p>
            <a:pPr lvl="2"/>
            <a:r>
              <a:rPr lang="es-ES" b="0" i="0" u="none" strike="noStrike" baseline="0" dirty="0">
                <a:solidFill>
                  <a:srgbClr val="7030A1"/>
                </a:solidFill>
                <a:latin typeface="Calibri" panose="020F0502020204030204" pitchFamily="34" charset="0"/>
              </a:rPr>
              <a:t>&lt;/a&gt;</a:t>
            </a:r>
            <a:endParaRPr lang="es-ES" dirty="0"/>
          </a:p>
        </p:txBody>
      </p:sp>
    </p:spTree>
    <p:extLst>
      <p:ext uri="{BB962C8B-B14F-4D97-AF65-F5344CB8AC3E}">
        <p14:creationId xmlns:p14="http://schemas.microsoft.com/office/powerpoint/2010/main" val="213044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XHTML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745436" y="2313874"/>
            <a:ext cx="8650356" cy="1477328"/>
          </a:xfrm>
          <a:prstGeom prst="rect">
            <a:avLst/>
          </a:prstGeom>
          <a:noFill/>
        </p:spPr>
        <p:txBody>
          <a:bodyPr wrap="square">
            <a:spAutoFit/>
          </a:bodyPr>
          <a:lstStyle/>
          <a:p>
            <a:pPr algn="l"/>
            <a:r>
              <a:rPr lang="es-ES" b="1" dirty="0">
                <a:latin typeface="Times New Roman" panose="02020603050405020304" pitchFamily="18" charset="0"/>
              </a:rPr>
              <a:t>El valor de los atributos siempre se encierra con comillas:</a:t>
            </a:r>
          </a:p>
          <a:p>
            <a:pPr lvl="1"/>
            <a:r>
              <a:rPr lang="es-ES" dirty="0">
                <a:latin typeface="Times New Roman" panose="02020603050405020304" pitchFamily="18" charset="0"/>
              </a:rPr>
              <a:t>Ejemplo correcto en XHTML:</a:t>
            </a:r>
          </a:p>
          <a:p>
            <a:pPr lvl="2"/>
            <a:r>
              <a:rPr lang="es-ES" b="0" i="0" u="none" strike="noStrike" baseline="0" dirty="0">
                <a:solidFill>
                  <a:srgbClr val="7030A1"/>
                </a:solidFill>
                <a:latin typeface="Calibri" panose="020F0502020204030204" pitchFamily="34" charset="0"/>
              </a:rPr>
              <a:t>&lt;p&gt;Este es un párrafo con &lt;a </a:t>
            </a:r>
            <a:r>
              <a:rPr lang="es-ES" b="0" i="0" u="none" strike="noStrike" baseline="0" dirty="0" err="1">
                <a:solidFill>
                  <a:srgbClr val="7030A1"/>
                </a:solidFill>
                <a:latin typeface="Calibri" panose="020F0502020204030204" pitchFamily="34" charset="0"/>
              </a:rPr>
              <a:t>href</a:t>
            </a:r>
            <a:r>
              <a:rPr lang="es-ES" b="0" i="0" u="none" strike="noStrike" baseline="0" dirty="0">
                <a:solidFill>
                  <a:srgbClr val="7030A1"/>
                </a:solidFill>
                <a:latin typeface="Calibri" panose="020F0502020204030204" pitchFamily="34" charset="0"/>
              </a:rPr>
              <a:t>="http://www.google.com"&gt;un enlace&lt;/a&gt;&lt;/p&gt;</a:t>
            </a:r>
          </a:p>
          <a:p>
            <a:pPr lvl="1"/>
            <a:r>
              <a:rPr lang="es-ES" dirty="0">
                <a:latin typeface="Times New Roman" panose="02020603050405020304" pitchFamily="18" charset="0"/>
              </a:rPr>
              <a:t>Ejemplo incorrecto en XHTML (pero correcto en HTML):</a:t>
            </a:r>
          </a:p>
          <a:p>
            <a:pPr lvl="2"/>
            <a:r>
              <a:rPr lang="es-ES" b="0" i="0" u="none" strike="noStrike" baseline="0" dirty="0">
                <a:solidFill>
                  <a:srgbClr val="7030A1"/>
                </a:solidFill>
                <a:latin typeface="Calibri" panose="020F0502020204030204" pitchFamily="34" charset="0"/>
              </a:rPr>
              <a:t>&lt;p&gt;Este es un párrafo con &lt;a </a:t>
            </a:r>
            <a:r>
              <a:rPr lang="es-ES" b="0" i="0" u="none" strike="noStrike" baseline="0" dirty="0" err="1">
                <a:solidFill>
                  <a:srgbClr val="7030A1"/>
                </a:solidFill>
                <a:latin typeface="Calibri" panose="020F0502020204030204" pitchFamily="34" charset="0"/>
              </a:rPr>
              <a:t>href</a:t>
            </a:r>
            <a:r>
              <a:rPr lang="es-ES" b="0" i="0" u="none" strike="noStrike" baseline="0" dirty="0">
                <a:solidFill>
                  <a:srgbClr val="7030A1"/>
                </a:solidFill>
                <a:latin typeface="Calibri" panose="020F0502020204030204" pitchFamily="34" charset="0"/>
              </a:rPr>
              <a:t>=http://www.google.com&gt;un enlace&lt;/a&gt;&lt;/p&gt;</a:t>
            </a:r>
            <a:endParaRPr lang="es-ES" dirty="0"/>
          </a:p>
        </p:txBody>
      </p:sp>
    </p:spTree>
    <p:extLst>
      <p:ext uri="{BB962C8B-B14F-4D97-AF65-F5344CB8AC3E}">
        <p14:creationId xmlns:p14="http://schemas.microsoft.com/office/powerpoint/2010/main" val="3153987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Historia HTML</a:t>
            </a:r>
          </a:p>
        </p:txBody>
      </p:sp>
      <p:sp>
        <p:nvSpPr>
          <p:cNvPr id="5" name="CuadroTexto 4">
            <a:extLst>
              <a:ext uri="{FF2B5EF4-FFF2-40B4-BE49-F238E27FC236}">
                <a16:creationId xmlns:a16="http://schemas.microsoft.com/office/drawing/2014/main" id="{EF6916C8-E454-FB91-F251-CD139EDAE3B0}"/>
              </a:ext>
            </a:extLst>
          </p:cNvPr>
          <p:cNvSpPr txBox="1"/>
          <p:nvPr/>
        </p:nvSpPr>
        <p:spPr>
          <a:xfrm>
            <a:off x="1262271" y="2380135"/>
            <a:ext cx="8650356" cy="1477328"/>
          </a:xfrm>
          <a:prstGeom prst="rect">
            <a:avLst/>
          </a:prstGeom>
          <a:noFill/>
        </p:spPr>
        <p:txBody>
          <a:bodyPr wrap="square">
            <a:spAutoFit/>
          </a:bodyPr>
          <a:lstStyle/>
          <a:p>
            <a:pPr algn="l"/>
            <a:r>
              <a:rPr lang="es-ES" b="1" dirty="0">
                <a:latin typeface="Times New Roman" panose="02020603050405020304" pitchFamily="18" charset="0"/>
              </a:rPr>
              <a:t>Todos los atributos deben tener asignado un valor.</a:t>
            </a:r>
          </a:p>
          <a:p>
            <a:pPr lvl="1"/>
            <a:r>
              <a:rPr lang="es-ES" dirty="0">
                <a:latin typeface="Times New Roman" panose="02020603050405020304" pitchFamily="18" charset="0"/>
              </a:rPr>
              <a:t>Ejemplo correcto en XHTML:</a:t>
            </a:r>
          </a:p>
          <a:p>
            <a:pPr lvl="2"/>
            <a:r>
              <a:rPr lang="es-ES" b="0" i="0" u="none" strike="noStrike" baseline="0" dirty="0">
                <a:solidFill>
                  <a:srgbClr val="7030A1"/>
                </a:solidFill>
                <a:latin typeface="Calibri" panose="020F0502020204030204" pitchFamily="34" charset="0"/>
              </a:rPr>
              <a:t>&lt;input </a:t>
            </a:r>
            <a:r>
              <a:rPr lang="es-ES" b="0" i="0" u="none" strike="noStrike" baseline="0" dirty="0" err="1">
                <a:solidFill>
                  <a:srgbClr val="7030A1"/>
                </a:solidFill>
                <a:latin typeface="Calibri" panose="020F0502020204030204" pitchFamily="34" charset="0"/>
              </a:rPr>
              <a:t>required</a:t>
            </a:r>
            <a:r>
              <a:rPr lang="es-ES" b="0" i="0" u="none" strike="noStrike" baseline="0" dirty="0">
                <a:solidFill>
                  <a:srgbClr val="7030A1"/>
                </a:solidFill>
                <a:latin typeface="Calibri" panose="020F0502020204030204" pitchFamily="34" charset="0"/>
              </a:rPr>
              <a:t>=“true”&gt;</a:t>
            </a:r>
          </a:p>
          <a:p>
            <a:pPr lvl="1"/>
            <a:r>
              <a:rPr lang="es-ES" dirty="0">
                <a:latin typeface="Times New Roman" panose="02020603050405020304" pitchFamily="18" charset="0"/>
              </a:rPr>
              <a:t>Ejemplo incorrecto en XHTML (pero correcto en HTML):</a:t>
            </a:r>
          </a:p>
          <a:p>
            <a:pPr lvl="2"/>
            <a:r>
              <a:rPr lang="es-ES" b="0" i="0" u="none" strike="noStrike" baseline="0" dirty="0">
                <a:solidFill>
                  <a:srgbClr val="7030A1"/>
                </a:solidFill>
                <a:latin typeface="Calibri" panose="020F0502020204030204" pitchFamily="34" charset="0"/>
              </a:rPr>
              <a:t>&lt;input </a:t>
            </a:r>
            <a:r>
              <a:rPr lang="es-ES" b="0" i="0" u="none" strike="noStrike" baseline="0" dirty="0" err="1">
                <a:solidFill>
                  <a:srgbClr val="7030A1"/>
                </a:solidFill>
                <a:latin typeface="Calibri" panose="020F0502020204030204" pitchFamily="34" charset="0"/>
              </a:rPr>
              <a:t>required</a:t>
            </a:r>
            <a:r>
              <a:rPr lang="es-ES" b="0" i="0" u="none" strike="noStrike" baseline="0" dirty="0">
                <a:solidFill>
                  <a:srgbClr val="7030A1"/>
                </a:solidFill>
                <a:latin typeface="Calibri" panose="020F0502020204030204" pitchFamily="34" charset="0"/>
              </a:rPr>
              <a:t>&gt;</a:t>
            </a:r>
            <a:endParaRPr lang="es-ES" dirty="0"/>
          </a:p>
        </p:txBody>
      </p:sp>
    </p:spTree>
    <p:extLst>
      <p:ext uri="{BB962C8B-B14F-4D97-AF65-F5344CB8AC3E}">
        <p14:creationId xmlns:p14="http://schemas.microsoft.com/office/powerpoint/2010/main" val="2420342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XHTML</a:t>
            </a:r>
          </a:p>
        </p:txBody>
      </p:sp>
      <p:sp>
        <p:nvSpPr>
          <p:cNvPr id="3" name="CuadroTexto 2">
            <a:extLst>
              <a:ext uri="{FF2B5EF4-FFF2-40B4-BE49-F238E27FC236}">
                <a16:creationId xmlns:a16="http://schemas.microsoft.com/office/drawing/2014/main" id="{99C6E448-4D56-2BF9-8DED-A5BAB507C35C}"/>
              </a:ext>
            </a:extLst>
          </p:cNvPr>
          <p:cNvSpPr txBox="1"/>
          <p:nvPr/>
        </p:nvSpPr>
        <p:spPr>
          <a:xfrm>
            <a:off x="967408" y="1881808"/>
            <a:ext cx="8348870" cy="2031325"/>
          </a:xfrm>
          <a:prstGeom prst="rect">
            <a:avLst/>
          </a:prstGeom>
          <a:noFill/>
        </p:spPr>
        <p:txBody>
          <a:bodyPr wrap="square" rtlCol="0">
            <a:spAutoFit/>
          </a:bodyPr>
          <a:lstStyle/>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xml</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version</a:t>
            </a:r>
            <a:r>
              <a:rPr lang="es-ES" b="0" dirty="0">
                <a:solidFill>
                  <a:srgbClr val="CCCCCC"/>
                </a:solidFill>
                <a:effectLst/>
                <a:latin typeface="Consolas" panose="020B0609020204030204" pitchFamily="49" charset="0"/>
              </a:rPr>
              <a:t> =</a:t>
            </a:r>
            <a:r>
              <a:rPr lang="es-ES" b="0" dirty="0">
                <a:solidFill>
                  <a:srgbClr val="CE9178"/>
                </a:solidFill>
                <a:effectLst/>
                <a:latin typeface="Consolas" panose="020B0609020204030204" pitchFamily="49" charset="0"/>
              </a:rPr>
              <a:t>"1.0"</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encoding</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"UTF-8"</a:t>
            </a:r>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a:t>
            </a: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PUBLIC</a:t>
            </a:r>
            <a:r>
              <a:rPr lang="es-ES" b="0" dirty="0">
                <a:solidFill>
                  <a:srgbClr val="CCCCCC"/>
                </a:solidFill>
                <a:effectLst/>
                <a:latin typeface="Consolas" panose="020B0609020204030204" pitchFamily="49" charset="0"/>
              </a:rPr>
              <a:t> </a:t>
            </a:r>
            <a:r>
              <a:rPr lang="es-ES" b="0" dirty="0">
                <a:solidFill>
                  <a:srgbClr val="CE9178"/>
                </a:solidFill>
                <a:effectLst/>
                <a:latin typeface="Consolas" panose="020B0609020204030204" pitchFamily="49" charset="0"/>
              </a:rPr>
              <a:t>"-//W3C//DTD XHTML 1.0 </a:t>
            </a:r>
            <a:r>
              <a:rPr lang="es-ES" b="0" dirty="0" err="1">
                <a:solidFill>
                  <a:srgbClr val="CE9178"/>
                </a:solidFill>
                <a:effectLst/>
                <a:latin typeface="Consolas" panose="020B0609020204030204" pitchFamily="49" charset="0"/>
              </a:rPr>
              <a:t>Strict</a:t>
            </a:r>
            <a:r>
              <a:rPr lang="es-ES" b="0" dirty="0">
                <a:solidFill>
                  <a:srgbClr val="CE9178"/>
                </a:solidFill>
                <a:effectLst/>
                <a:latin typeface="Consolas" panose="020B0609020204030204" pitchFamily="49" charset="0"/>
              </a:rPr>
              <a:t>//EN"</a:t>
            </a:r>
            <a:endParaRPr lang="es-ES" b="0" dirty="0">
              <a:solidFill>
                <a:srgbClr val="CCCCCC"/>
              </a:solidFill>
              <a:effectLst/>
              <a:latin typeface="Consolas" panose="020B0609020204030204" pitchFamily="49" charset="0"/>
            </a:endParaRPr>
          </a:p>
          <a:p>
            <a:r>
              <a:rPr lang="es-ES" b="0" dirty="0">
                <a:solidFill>
                  <a:srgbClr val="CE9178"/>
                </a:solidFill>
                <a:effectLst/>
                <a:latin typeface="Consolas" panose="020B0609020204030204" pitchFamily="49" charset="0"/>
              </a:rPr>
              <a:t>"http://www.w3c.org/TR/xhtml1/DTD/xhtml1-strict.dtd"</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a:t>
            </a: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b</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atributo</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"Mi primer XHTML"</a:t>
            </a:r>
            <a:r>
              <a:rPr lang="es-ES" b="0" dirty="0">
                <a:solidFill>
                  <a:srgbClr val="808080"/>
                </a:solidFill>
                <a:effectLst/>
                <a:latin typeface="Consolas" panose="020B0609020204030204" pitchFamily="49" charset="0"/>
              </a:rPr>
              <a:t>&gt;&lt;/</a:t>
            </a:r>
            <a:r>
              <a:rPr lang="es-ES" b="0" dirty="0">
                <a:solidFill>
                  <a:srgbClr val="569CD6"/>
                </a:solidFill>
                <a:effectLst/>
                <a:latin typeface="Consolas" panose="020B0609020204030204" pitchFamily="49" charset="0"/>
              </a:rPr>
              <a:t>b</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endParaRPr lang="es-ES" dirty="0"/>
          </a:p>
        </p:txBody>
      </p:sp>
    </p:spTree>
    <p:extLst>
      <p:ext uri="{BB962C8B-B14F-4D97-AF65-F5344CB8AC3E}">
        <p14:creationId xmlns:p14="http://schemas.microsoft.com/office/powerpoint/2010/main" val="1908006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HTML - DOCUMENTACIÓN</a:t>
            </a:r>
          </a:p>
        </p:txBody>
      </p:sp>
      <p:sp>
        <p:nvSpPr>
          <p:cNvPr id="4" name="CuadroTexto 3">
            <a:extLst>
              <a:ext uri="{FF2B5EF4-FFF2-40B4-BE49-F238E27FC236}">
                <a16:creationId xmlns:a16="http://schemas.microsoft.com/office/drawing/2014/main" id="{F0A48176-458A-D568-95D2-E9B91B986748}"/>
              </a:ext>
            </a:extLst>
          </p:cNvPr>
          <p:cNvSpPr txBox="1"/>
          <p:nvPr/>
        </p:nvSpPr>
        <p:spPr>
          <a:xfrm>
            <a:off x="579120" y="1577340"/>
            <a:ext cx="9179051" cy="1754326"/>
          </a:xfrm>
          <a:prstGeom prst="rect">
            <a:avLst/>
          </a:prstGeom>
          <a:noFill/>
        </p:spPr>
        <p:txBody>
          <a:bodyPr wrap="none" rtlCol="0">
            <a:spAutoFit/>
          </a:bodyPr>
          <a:lstStyle/>
          <a:p>
            <a:r>
              <a:rPr lang="es-ES" dirty="0"/>
              <a:t>Existen mucha documentación sobre </a:t>
            </a:r>
            <a:r>
              <a:rPr lang="es-ES" dirty="0" err="1"/>
              <a:t>html</a:t>
            </a:r>
            <a:r>
              <a:rPr lang="es-ES" dirty="0"/>
              <a:t> (libros, videos en </a:t>
            </a:r>
            <a:r>
              <a:rPr lang="es-ES" dirty="0" err="1"/>
              <a:t>youtube</a:t>
            </a:r>
            <a:r>
              <a:rPr lang="es-ES" dirty="0"/>
              <a:t>, manuales, </a:t>
            </a:r>
            <a:r>
              <a:rPr lang="es-ES" dirty="0" err="1"/>
              <a:t>cheatsheet,etc</a:t>
            </a:r>
            <a:r>
              <a:rPr lang="es-ES" dirty="0"/>
              <a:t>)</a:t>
            </a:r>
          </a:p>
          <a:p>
            <a:endParaRPr lang="es-ES" dirty="0"/>
          </a:p>
          <a:p>
            <a:r>
              <a:rPr lang="es-ES" dirty="0"/>
              <a:t>Recomendable MDN: Proyecto open-</a:t>
            </a:r>
            <a:r>
              <a:rPr lang="es-ES" dirty="0" err="1"/>
              <a:t>source</a:t>
            </a:r>
            <a:r>
              <a:rPr lang="es-ES" dirty="0"/>
              <a:t> colaborativo de documentación </a:t>
            </a:r>
          </a:p>
          <a:p>
            <a:r>
              <a:rPr lang="es-ES" dirty="0">
                <a:hlinkClick r:id="rId3"/>
              </a:rPr>
              <a:t>https://es.wikipedia.org/wiki/MDN_Web_Docs</a:t>
            </a:r>
            <a:endParaRPr lang="es-ES" dirty="0"/>
          </a:p>
          <a:p>
            <a:r>
              <a:rPr lang="es-ES" dirty="0">
                <a:hlinkClick r:id="rId4"/>
              </a:rPr>
              <a:t>https://developer.mozilla.org/es/docs/Web/HTML</a:t>
            </a:r>
            <a:endParaRPr lang="es-ES" dirty="0"/>
          </a:p>
          <a:p>
            <a:r>
              <a:rPr lang="es-ES" dirty="0"/>
              <a:t>(También lo tenemos disponible en </a:t>
            </a:r>
            <a:r>
              <a:rPr lang="es-ES" dirty="0" err="1"/>
              <a:t>Zeal</a:t>
            </a:r>
            <a:r>
              <a:rPr lang="es-ES" dirty="0"/>
              <a:t>)</a:t>
            </a:r>
          </a:p>
        </p:txBody>
      </p:sp>
    </p:spTree>
    <p:extLst>
      <p:ext uri="{BB962C8B-B14F-4D97-AF65-F5344CB8AC3E}">
        <p14:creationId xmlns:p14="http://schemas.microsoft.com/office/powerpoint/2010/main" val="4073147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ESTRUCTURA DOCUMENTO HTML</a:t>
            </a:r>
          </a:p>
        </p:txBody>
      </p:sp>
      <p:pic>
        <p:nvPicPr>
          <p:cNvPr id="4" name="Imagen 3">
            <a:extLst>
              <a:ext uri="{FF2B5EF4-FFF2-40B4-BE49-F238E27FC236}">
                <a16:creationId xmlns:a16="http://schemas.microsoft.com/office/drawing/2014/main" id="{E71E0AB5-6C9E-B3FA-347C-63E5BA4631B4}"/>
              </a:ext>
            </a:extLst>
          </p:cNvPr>
          <p:cNvPicPr>
            <a:picLocks noChangeAspect="1"/>
          </p:cNvPicPr>
          <p:nvPr/>
        </p:nvPicPr>
        <p:blipFill>
          <a:blip r:embed="rId3"/>
          <a:stretch>
            <a:fillRect/>
          </a:stretch>
        </p:blipFill>
        <p:spPr>
          <a:xfrm>
            <a:off x="1777831" y="1201464"/>
            <a:ext cx="5842169" cy="3993670"/>
          </a:xfrm>
          <a:prstGeom prst="rect">
            <a:avLst/>
          </a:prstGeom>
        </p:spPr>
      </p:pic>
    </p:spTree>
    <p:extLst>
      <p:ext uri="{BB962C8B-B14F-4D97-AF65-F5344CB8AC3E}">
        <p14:creationId xmlns:p14="http://schemas.microsoft.com/office/powerpoint/2010/main" val="1483450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ESTRUCTURA DOCUMENTO HTML</a:t>
            </a:r>
          </a:p>
        </p:txBody>
      </p:sp>
      <p:sp>
        <p:nvSpPr>
          <p:cNvPr id="5" name="CuadroTexto 4">
            <a:extLst>
              <a:ext uri="{FF2B5EF4-FFF2-40B4-BE49-F238E27FC236}">
                <a16:creationId xmlns:a16="http://schemas.microsoft.com/office/drawing/2014/main" id="{768687C5-20B7-F8B5-00FA-CF7A0F1C3788}"/>
              </a:ext>
            </a:extLst>
          </p:cNvPr>
          <p:cNvSpPr txBox="1"/>
          <p:nvPr/>
        </p:nvSpPr>
        <p:spPr>
          <a:xfrm>
            <a:off x="1741336" y="2508710"/>
            <a:ext cx="6198704" cy="2308324"/>
          </a:xfrm>
          <a:prstGeom prst="rect">
            <a:avLst/>
          </a:prstGeom>
          <a:noFill/>
          <a:ln>
            <a:solidFill>
              <a:schemeClr val="accent1"/>
            </a:solidFill>
          </a:ln>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Este es un documento básico.</a:t>
            </a: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
        <p:nvSpPr>
          <p:cNvPr id="3" name="CuadroTexto 2">
            <a:extLst>
              <a:ext uri="{FF2B5EF4-FFF2-40B4-BE49-F238E27FC236}">
                <a16:creationId xmlns:a16="http://schemas.microsoft.com/office/drawing/2014/main" id="{BF1BA30B-E656-1376-0C0A-35EB38510D99}"/>
              </a:ext>
            </a:extLst>
          </p:cNvPr>
          <p:cNvSpPr txBox="1"/>
          <p:nvPr/>
        </p:nvSpPr>
        <p:spPr>
          <a:xfrm>
            <a:off x="906780" y="1615440"/>
            <a:ext cx="8503866" cy="646331"/>
          </a:xfrm>
          <a:prstGeom prst="rect">
            <a:avLst/>
          </a:prstGeom>
          <a:noFill/>
        </p:spPr>
        <p:txBody>
          <a:bodyPr wrap="none" rtlCol="0">
            <a:spAutoFit/>
          </a:bodyPr>
          <a:lstStyle/>
          <a:p>
            <a:r>
              <a:rPr lang="es-ES" dirty="0"/>
              <a:t>Actividad 1. Guardamos como miPagina.html el siguiente código y lo visualizamos con un</a:t>
            </a:r>
          </a:p>
          <a:p>
            <a:r>
              <a:rPr lang="es-ES" dirty="0"/>
              <a:t>navegador.</a:t>
            </a:r>
          </a:p>
        </p:txBody>
      </p:sp>
    </p:spTree>
    <p:extLst>
      <p:ext uri="{BB962C8B-B14F-4D97-AF65-F5344CB8AC3E}">
        <p14:creationId xmlns:p14="http://schemas.microsoft.com/office/powerpoint/2010/main" val="3366475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Etiqueta </a:t>
            </a:r>
            <a:r>
              <a:rPr lang="es-ES" dirty="0" err="1">
                <a:cs typeface="Noto Sans" pitchFamily="2"/>
              </a:rPr>
              <a:t>html</a:t>
            </a:r>
            <a:endParaRPr lang="es-ES" dirty="0">
              <a:cs typeface="Noto Sans" pitchFamily="2"/>
            </a:endParaRPr>
          </a:p>
        </p:txBody>
      </p:sp>
      <p:sp>
        <p:nvSpPr>
          <p:cNvPr id="3" name="CuadroTexto 2">
            <a:extLst>
              <a:ext uri="{FF2B5EF4-FFF2-40B4-BE49-F238E27FC236}">
                <a16:creationId xmlns:a16="http://schemas.microsoft.com/office/drawing/2014/main" id="{1A471462-CA03-7893-70A4-B9EB156F32AF}"/>
              </a:ext>
            </a:extLst>
          </p:cNvPr>
          <p:cNvSpPr txBox="1"/>
          <p:nvPr/>
        </p:nvSpPr>
        <p:spPr>
          <a:xfrm>
            <a:off x="670560" y="1592580"/>
            <a:ext cx="8178521" cy="4247317"/>
          </a:xfrm>
          <a:prstGeom prst="rect">
            <a:avLst/>
          </a:prstGeom>
          <a:noFill/>
        </p:spPr>
        <p:txBody>
          <a:bodyPr wrap="none" rtlCol="0">
            <a:spAutoFit/>
          </a:bodyPr>
          <a:lstStyle/>
          <a:p>
            <a:r>
              <a:rPr lang="es-ES" dirty="0"/>
              <a:t>Etiqueta raíz del documento, es decir, delimita el contenido del documento</a:t>
            </a:r>
          </a:p>
          <a:p>
            <a:endParaRPr lang="es-ES" dirty="0"/>
          </a:p>
          <a:p>
            <a:r>
              <a:rPr lang="es-ES" dirty="0"/>
              <a:t>Algunos de los atributos globales de este elemento que podemos encontrar son:</a:t>
            </a:r>
          </a:p>
          <a:p>
            <a:r>
              <a:rPr lang="es-ES" b="1" dirty="0" err="1"/>
              <a:t>dir</a:t>
            </a:r>
            <a:r>
              <a:rPr lang="es-ES" dirty="0"/>
              <a:t>: Indica el sentido de la lectura de texto cuando no corresponde al habitual (árabe)</a:t>
            </a:r>
          </a:p>
          <a:p>
            <a:r>
              <a:rPr lang="es-ES" dirty="0"/>
              <a:t>Valores: </a:t>
            </a:r>
            <a:r>
              <a:rPr lang="es-ES" b="1" dirty="0" err="1"/>
              <a:t>ltr</a:t>
            </a:r>
            <a:r>
              <a:rPr lang="es-ES" dirty="0"/>
              <a:t> (</a:t>
            </a:r>
            <a:r>
              <a:rPr lang="es-ES" dirty="0" err="1"/>
              <a:t>izq</a:t>
            </a:r>
            <a:r>
              <a:rPr lang="es-ES" dirty="0"/>
              <a:t> a </a:t>
            </a:r>
            <a:r>
              <a:rPr lang="es-ES" dirty="0" err="1"/>
              <a:t>der</a:t>
            </a:r>
            <a:r>
              <a:rPr lang="es-ES" dirty="0"/>
              <a:t>) y </a:t>
            </a:r>
            <a:r>
              <a:rPr lang="es-ES" b="1" dirty="0" err="1"/>
              <a:t>rtl</a:t>
            </a:r>
            <a:r>
              <a:rPr lang="es-ES" dirty="0"/>
              <a:t> (</a:t>
            </a:r>
            <a:r>
              <a:rPr lang="es-ES" dirty="0" err="1"/>
              <a:t>der</a:t>
            </a:r>
            <a:r>
              <a:rPr lang="es-ES" dirty="0"/>
              <a:t> a </a:t>
            </a:r>
            <a:r>
              <a:rPr lang="es-ES" dirty="0" err="1"/>
              <a:t>izq</a:t>
            </a:r>
            <a:r>
              <a:rPr lang="es-ES" dirty="0"/>
              <a:t>)</a:t>
            </a:r>
          </a:p>
          <a:p>
            <a:r>
              <a:rPr lang="es-ES" b="1" dirty="0" err="1"/>
              <a:t>lang</a:t>
            </a:r>
            <a:r>
              <a:rPr lang="es-ES" dirty="0"/>
              <a:t>: indica el idioma por defecto del documento.</a:t>
            </a:r>
          </a:p>
          <a:p>
            <a:r>
              <a:rPr lang="es-ES" dirty="0"/>
              <a:t>(</a:t>
            </a:r>
            <a:r>
              <a:rPr lang="es-ES" b="1" dirty="0"/>
              <a:t>es</a:t>
            </a:r>
            <a:r>
              <a:rPr lang="es-ES" dirty="0"/>
              <a:t>, </a:t>
            </a:r>
            <a:r>
              <a:rPr lang="es-ES" b="1" dirty="0" err="1"/>
              <a:t>fr</a:t>
            </a:r>
            <a:r>
              <a:rPr lang="es-ES" dirty="0"/>
              <a:t>, </a:t>
            </a:r>
            <a:r>
              <a:rPr lang="es-ES" b="1" dirty="0"/>
              <a:t>de</a:t>
            </a:r>
            <a:r>
              <a:rPr lang="es-ES" dirty="0"/>
              <a:t>, </a:t>
            </a:r>
            <a:r>
              <a:rPr lang="es-ES" b="1" dirty="0"/>
              <a:t>en</a:t>
            </a:r>
            <a:r>
              <a:rPr lang="es-ES" dirty="0"/>
              <a:t>, </a:t>
            </a:r>
            <a:r>
              <a:rPr lang="es-ES" dirty="0" err="1"/>
              <a:t>etc</a:t>
            </a:r>
            <a:r>
              <a:rPr lang="es-ES" dirty="0"/>
              <a:t>)</a:t>
            </a:r>
          </a:p>
          <a:p>
            <a:endParaRPr lang="es-ES" dirty="0"/>
          </a:p>
          <a:p>
            <a:r>
              <a:rPr lang="es-ES" dirty="0"/>
              <a:t>Los atributos globales son atributos comunes a todos los elementos HTML; </a:t>
            </a:r>
          </a:p>
          <a:p>
            <a:r>
              <a:rPr lang="es-ES" dirty="0"/>
              <a:t>se pueden usar en todos los elementos, aunque es posible que no tengan ningún</a:t>
            </a:r>
          </a:p>
          <a:p>
            <a:r>
              <a:rPr lang="es-ES" dirty="0"/>
              <a:t>efecto en algunos elementos.</a:t>
            </a:r>
          </a:p>
          <a:p>
            <a:r>
              <a:rPr lang="es-ES" dirty="0">
                <a:hlinkClick r:id="rId3"/>
              </a:rPr>
              <a:t>https://developer.mozilla.org/es/docs/Web/HTML/Global_attributes</a:t>
            </a:r>
            <a:endParaRPr lang="es-ES" dirty="0"/>
          </a:p>
          <a:p>
            <a:endParaRPr lang="es-ES" dirty="0"/>
          </a:p>
          <a:p>
            <a:r>
              <a:rPr lang="es-ES" dirty="0"/>
              <a:t> </a:t>
            </a:r>
          </a:p>
          <a:p>
            <a:endParaRPr lang="es-ES" dirty="0"/>
          </a:p>
        </p:txBody>
      </p:sp>
    </p:spTree>
    <p:extLst>
      <p:ext uri="{BB962C8B-B14F-4D97-AF65-F5344CB8AC3E}">
        <p14:creationId xmlns:p14="http://schemas.microsoft.com/office/powerpoint/2010/main" val="877554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Etiqueta </a:t>
            </a:r>
            <a:r>
              <a:rPr lang="es-ES" dirty="0" err="1">
                <a:cs typeface="Noto Sans" pitchFamily="2"/>
              </a:rPr>
              <a:t>html</a:t>
            </a:r>
            <a:endParaRPr lang="es-ES" dirty="0">
              <a:cs typeface="Noto Sans" pitchFamily="2"/>
            </a:endParaRPr>
          </a:p>
        </p:txBody>
      </p:sp>
      <p:sp>
        <p:nvSpPr>
          <p:cNvPr id="3" name="CuadroTexto 2">
            <a:extLst>
              <a:ext uri="{FF2B5EF4-FFF2-40B4-BE49-F238E27FC236}">
                <a16:creationId xmlns:a16="http://schemas.microsoft.com/office/drawing/2014/main" id="{8AC0EA8B-E613-8CE4-1511-0CB6D53C8399}"/>
              </a:ext>
            </a:extLst>
          </p:cNvPr>
          <p:cNvSpPr txBox="1"/>
          <p:nvPr/>
        </p:nvSpPr>
        <p:spPr>
          <a:xfrm>
            <a:off x="739140" y="1714500"/>
            <a:ext cx="9221948" cy="1200329"/>
          </a:xfrm>
          <a:prstGeom prst="rect">
            <a:avLst/>
          </a:prstGeom>
          <a:noFill/>
        </p:spPr>
        <p:txBody>
          <a:bodyPr wrap="none" rtlCol="0">
            <a:spAutoFit/>
          </a:bodyPr>
          <a:lstStyle/>
          <a:p>
            <a:r>
              <a:rPr lang="es-ES" b="1" dirty="0"/>
              <a:t>Actividad 2. (Utilizamos miPagina.html)</a:t>
            </a:r>
          </a:p>
          <a:p>
            <a:r>
              <a:rPr lang="es-ES" dirty="0"/>
              <a:t>Añadimos al elemento </a:t>
            </a:r>
            <a:r>
              <a:rPr lang="es-ES" dirty="0" err="1"/>
              <a:t>html</a:t>
            </a:r>
            <a:r>
              <a:rPr lang="es-ES" dirty="0"/>
              <a:t> los atributos </a:t>
            </a:r>
            <a:r>
              <a:rPr lang="es-ES" dirty="0" err="1"/>
              <a:t>lang</a:t>
            </a:r>
            <a:r>
              <a:rPr lang="es-ES" dirty="0"/>
              <a:t> con el valor “es”  y  </a:t>
            </a:r>
            <a:r>
              <a:rPr lang="es-ES" dirty="0" err="1"/>
              <a:t>dir</a:t>
            </a:r>
            <a:r>
              <a:rPr lang="es-ES" dirty="0"/>
              <a:t> con el valor “</a:t>
            </a:r>
            <a:r>
              <a:rPr lang="es-ES" dirty="0" err="1"/>
              <a:t>ltr</a:t>
            </a:r>
            <a:r>
              <a:rPr lang="es-ES" dirty="0"/>
              <a:t>”.</a:t>
            </a:r>
          </a:p>
          <a:p>
            <a:r>
              <a:rPr lang="es-ES" dirty="0"/>
              <a:t>Una vez observado con el navegador el resultado, cambiamos el valor de </a:t>
            </a:r>
            <a:r>
              <a:rPr lang="es-ES" dirty="0" err="1"/>
              <a:t>dir</a:t>
            </a:r>
            <a:r>
              <a:rPr lang="es-ES" dirty="0"/>
              <a:t> por “</a:t>
            </a:r>
            <a:r>
              <a:rPr lang="es-ES" dirty="0" err="1"/>
              <a:t>rtl</a:t>
            </a:r>
            <a:r>
              <a:rPr lang="es-ES" dirty="0"/>
              <a:t>” y volvemos</a:t>
            </a:r>
          </a:p>
          <a:p>
            <a:r>
              <a:rPr lang="es-ES" dirty="0"/>
              <a:t>a observar el resultado.</a:t>
            </a:r>
          </a:p>
        </p:txBody>
      </p:sp>
    </p:spTree>
    <p:extLst>
      <p:ext uri="{BB962C8B-B14F-4D97-AF65-F5344CB8AC3E}">
        <p14:creationId xmlns:p14="http://schemas.microsoft.com/office/powerpoint/2010/main" val="622865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a:t>
            </a:r>
          </a:p>
        </p:txBody>
      </p:sp>
      <p:sp>
        <p:nvSpPr>
          <p:cNvPr id="3" name="CuadroTexto 2">
            <a:extLst>
              <a:ext uri="{FF2B5EF4-FFF2-40B4-BE49-F238E27FC236}">
                <a16:creationId xmlns:a16="http://schemas.microsoft.com/office/drawing/2014/main" id="{6DFE2E48-6082-E276-8715-7B65622883AC}"/>
              </a:ext>
            </a:extLst>
          </p:cNvPr>
          <p:cNvSpPr txBox="1"/>
          <p:nvPr/>
        </p:nvSpPr>
        <p:spPr>
          <a:xfrm>
            <a:off x="678180" y="1630680"/>
            <a:ext cx="9160778" cy="1200329"/>
          </a:xfrm>
          <a:prstGeom prst="rect">
            <a:avLst/>
          </a:prstGeom>
          <a:noFill/>
        </p:spPr>
        <p:txBody>
          <a:bodyPr wrap="none" rtlCol="0">
            <a:spAutoFit/>
          </a:bodyPr>
          <a:lstStyle/>
          <a:p>
            <a:r>
              <a:rPr lang="es-ES" dirty="0"/>
              <a:t>Primera de las secciones de una página web. El elemento más común que se encuentra anidado</a:t>
            </a:r>
          </a:p>
          <a:p>
            <a:r>
              <a:rPr lang="es-ES" dirty="0"/>
              <a:t>en el head es </a:t>
            </a:r>
            <a:r>
              <a:rPr lang="es-ES" b="1" dirty="0" err="1"/>
              <a:t>title</a:t>
            </a:r>
            <a:endParaRPr lang="es-ES" b="1" dirty="0"/>
          </a:p>
          <a:p>
            <a:r>
              <a:rPr lang="es-ES" dirty="0"/>
              <a:t>&lt;</a:t>
            </a:r>
            <a:r>
              <a:rPr lang="es-ES" dirty="0" err="1"/>
              <a:t>title</a:t>
            </a:r>
            <a:r>
              <a:rPr lang="es-ES" dirty="0"/>
              <a:t>&gt;Título del documento&lt;/</a:t>
            </a:r>
            <a:r>
              <a:rPr lang="es-ES" dirty="0" err="1"/>
              <a:t>title</a:t>
            </a:r>
            <a:r>
              <a:rPr lang="es-ES" dirty="0"/>
              <a:t>&gt;</a:t>
            </a:r>
          </a:p>
          <a:p>
            <a:r>
              <a:rPr lang="es-ES" dirty="0"/>
              <a:t>Este elemento no es obligatorio, pero sí altamente recomendable.</a:t>
            </a:r>
          </a:p>
        </p:txBody>
      </p:sp>
      <p:pic>
        <p:nvPicPr>
          <p:cNvPr id="5" name="Imagen 4">
            <a:extLst>
              <a:ext uri="{FF2B5EF4-FFF2-40B4-BE49-F238E27FC236}">
                <a16:creationId xmlns:a16="http://schemas.microsoft.com/office/drawing/2014/main" id="{2E5FA65B-CEEB-AB6B-997F-C13F522238C4}"/>
              </a:ext>
            </a:extLst>
          </p:cNvPr>
          <p:cNvPicPr>
            <a:picLocks noChangeAspect="1"/>
          </p:cNvPicPr>
          <p:nvPr/>
        </p:nvPicPr>
        <p:blipFill>
          <a:blip r:embed="rId3"/>
          <a:stretch>
            <a:fillRect/>
          </a:stretch>
        </p:blipFill>
        <p:spPr>
          <a:xfrm>
            <a:off x="2035905" y="2817888"/>
            <a:ext cx="4334480" cy="1381318"/>
          </a:xfrm>
          <a:prstGeom prst="rect">
            <a:avLst/>
          </a:prstGeom>
          <a:ln>
            <a:solidFill>
              <a:schemeClr val="accent1"/>
            </a:solidFill>
          </a:ln>
        </p:spPr>
      </p:pic>
      <p:sp>
        <p:nvSpPr>
          <p:cNvPr id="6" name="CuadroTexto 5">
            <a:extLst>
              <a:ext uri="{FF2B5EF4-FFF2-40B4-BE49-F238E27FC236}">
                <a16:creationId xmlns:a16="http://schemas.microsoft.com/office/drawing/2014/main" id="{4C2DA8A4-5778-5573-7471-51953C11B66D}"/>
              </a:ext>
            </a:extLst>
          </p:cNvPr>
          <p:cNvSpPr txBox="1"/>
          <p:nvPr/>
        </p:nvSpPr>
        <p:spPr>
          <a:xfrm>
            <a:off x="681925" y="4471261"/>
            <a:ext cx="8995861" cy="923330"/>
          </a:xfrm>
          <a:prstGeom prst="rect">
            <a:avLst/>
          </a:prstGeom>
          <a:noFill/>
        </p:spPr>
        <p:txBody>
          <a:bodyPr wrap="none" rtlCol="0">
            <a:spAutoFit/>
          </a:bodyPr>
          <a:lstStyle/>
          <a:p>
            <a:r>
              <a:rPr lang="pt-BR" dirty="0"/>
              <a:t>Este elemento es </a:t>
            </a:r>
            <a:r>
              <a:rPr lang="pt-BR" dirty="0">
                <a:solidFill>
                  <a:srgbClr val="FF0000"/>
                </a:solidFill>
              </a:rPr>
              <a:t>una</a:t>
            </a:r>
            <a:r>
              <a:rPr lang="pt-BR" dirty="0"/>
              <a:t> zona destinada a </a:t>
            </a:r>
            <a:r>
              <a:rPr lang="pt-BR" dirty="0" err="1"/>
              <a:t>almacenar</a:t>
            </a:r>
            <a:r>
              <a:rPr lang="pt-BR" dirty="0"/>
              <a:t> </a:t>
            </a:r>
            <a:r>
              <a:rPr lang="pt-BR" dirty="0" err="1"/>
              <a:t>información</a:t>
            </a:r>
            <a:r>
              <a:rPr lang="pt-BR" dirty="0"/>
              <a:t> relacionada </a:t>
            </a:r>
            <a:r>
              <a:rPr lang="pt-BR" dirty="0" err="1"/>
              <a:t>con</a:t>
            </a:r>
            <a:r>
              <a:rPr lang="pt-BR" dirty="0"/>
              <a:t> </a:t>
            </a:r>
            <a:r>
              <a:rPr lang="pt-BR" dirty="0" err="1"/>
              <a:t>el</a:t>
            </a:r>
            <a:r>
              <a:rPr lang="pt-BR" dirty="0"/>
              <a:t> documento</a:t>
            </a:r>
          </a:p>
          <a:p>
            <a:r>
              <a:rPr lang="pt-BR" dirty="0"/>
              <a:t>(</a:t>
            </a:r>
            <a:r>
              <a:rPr lang="pt-BR" dirty="0" err="1"/>
              <a:t>title</a:t>
            </a:r>
            <a:r>
              <a:rPr lang="pt-BR" dirty="0"/>
              <a:t>, base, meta, link, script, </a:t>
            </a:r>
            <a:r>
              <a:rPr lang="pt-BR" dirty="0" err="1"/>
              <a:t>style</a:t>
            </a:r>
            <a:r>
              <a:rPr lang="pt-BR" dirty="0"/>
              <a:t>):</a:t>
            </a:r>
          </a:p>
          <a:p>
            <a:endParaRPr lang="es-ES" dirty="0"/>
          </a:p>
        </p:txBody>
      </p:sp>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4ECD7912-5430-DC02-6227-80249B9AA473}"/>
                  </a:ext>
                </a:extLst>
              </p14:cNvPr>
              <p14:cNvContentPartPr/>
              <p14:nvPr/>
            </p14:nvContentPartPr>
            <p14:xfrm>
              <a:off x="2443519" y="3120753"/>
              <a:ext cx="1538280" cy="89640"/>
            </p14:xfrm>
          </p:contentPart>
        </mc:Choice>
        <mc:Fallback xmlns="">
          <p:pic>
            <p:nvPicPr>
              <p:cNvPr id="4" name="Entrada de lápiz 3">
                <a:extLst>
                  <a:ext uri="{FF2B5EF4-FFF2-40B4-BE49-F238E27FC236}">
                    <a16:creationId xmlns:a16="http://schemas.microsoft.com/office/drawing/2014/main" id="{4ECD7912-5430-DC02-6227-80249B9AA473}"/>
                  </a:ext>
                </a:extLst>
              </p:cNvPr>
              <p:cNvPicPr/>
              <p:nvPr/>
            </p:nvPicPr>
            <p:blipFill>
              <a:blip r:embed="rId5"/>
              <a:stretch>
                <a:fillRect/>
              </a:stretch>
            </p:blipFill>
            <p:spPr>
              <a:xfrm>
                <a:off x="2437399" y="3114633"/>
                <a:ext cx="15505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Entrada de lápiz 6">
                <a:extLst>
                  <a:ext uri="{FF2B5EF4-FFF2-40B4-BE49-F238E27FC236}">
                    <a16:creationId xmlns:a16="http://schemas.microsoft.com/office/drawing/2014/main" id="{E0D952A4-D5F5-F944-9F12-F1DD714753B5}"/>
                  </a:ext>
                </a:extLst>
              </p14:cNvPr>
              <p14:cNvContentPartPr/>
              <p14:nvPr/>
            </p14:nvContentPartPr>
            <p14:xfrm>
              <a:off x="2269279" y="2780553"/>
              <a:ext cx="1686600" cy="352440"/>
            </p14:xfrm>
          </p:contentPart>
        </mc:Choice>
        <mc:Fallback xmlns="">
          <p:pic>
            <p:nvPicPr>
              <p:cNvPr id="7" name="Entrada de lápiz 6">
                <a:extLst>
                  <a:ext uri="{FF2B5EF4-FFF2-40B4-BE49-F238E27FC236}">
                    <a16:creationId xmlns:a16="http://schemas.microsoft.com/office/drawing/2014/main" id="{E0D952A4-D5F5-F944-9F12-F1DD714753B5}"/>
                  </a:ext>
                </a:extLst>
              </p:cNvPr>
              <p:cNvPicPr/>
              <p:nvPr/>
            </p:nvPicPr>
            <p:blipFill>
              <a:blip r:embed="rId7"/>
              <a:stretch>
                <a:fillRect/>
              </a:stretch>
            </p:blipFill>
            <p:spPr>
              <a:xfrm>
                <a:off x="2263159" y="2774433"/>
                <a:ext cx="1698840" cy="364680"/>
              </a:xfrm>
              <a:prstGeom prst="rect">
                <a:avLst/>
              </a:prstGeom>
            </p:spPr>
          </p:pic>
        </mc:Fallback>
      </mc:AlternateContent>
    </p:spTree>
    <p:extLst>
      <p:ext uri="{BB962C8B-B14F-4D97-AF65-F5344CB8AC3E}">
        <p14:creationId xmlns:p14="http://schemas.microsoft.com/office/powerpoint/2010/main" val="2737515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a:t>
            </a:r>
          </a:p>
        </p:txBody>
      </p:sp>
      <p:sp>
        <p:nvSpPr>
          <p:cNvPr id="3" name="CuadroTexto 2">
            <a:extLst>
              <a:ext uri="{FF2B5EF4-FFF2-40B4-BE49-F238E27FC236}">
                <a16:creationId xmlns:a16="http://schemas.microsoft.com/office/drawing/2014/main" id="{6DFE2E48-6082-E276-8715-7B65622883AC}"/>
              </a:ext>
            </a:extLst>
          </p:cNvPr>
          <p:cNvSpPr txBox="1"/>
          <p:nvPr/>
        </p:nvSpPr>
        <p:spPr>
          <a:xfrm>
            <a:off x="678180" y="1630680"/>
            <a:ext cx="9306330" cy="2308324"/>
          </a:xfrm>
          <a:prstGeom prst="rect">
            <a:avLst/>
          </a:prstGeom>
          <a:noFill/>
        </p:spPr>
        <p:txBody>
          <a:bodyPr wrap="none" rtlCol="0">
            <a:spAutoFit/>
          </a:bodyPr>
          <a:lstStyle/>
          <a:p>
            <a:r>
              <a:rPr lang="es-ES" dirty="0"/>
              <a:t>Otra etiqueta muy común que encontramos en el head es link. Esta etiqueta especifica la relación</a:t>
            </a:r>
          </a:p>
          <a:p>
            <a:r>
              <a:rPr lang="es-ES" dirty="0"/>
              <a:t>entre un documento actual y un recurso externo. Por ejemplo si queremos enlazar </a:t>
            </a:r>
          </a:p>
          <a:p>
            <a:r>
              <a:rPr lang="es-ES" dirty="0"/>
              <a:t>nuestro documento </a:t>
            </a:r>
            <a:r>
              <a:rPr lang="es-ES" dirty="0" err="1"/>
              <a:t>html</a:t>
            </a:r>
            <a:r>
              <a:rPr lang="es-ES" dirty="0"/>
              <a:t> con hojas de estilo </a:t>
            </a:r>
            <a:r>
              <a:rPr lang="es-ES" dirty="0" err="1"/>
              <a:t>css</a:t>
            </a:r>
            <a:r>
              <a:rPr lang="es-ES" dirty="0"/>
              <a:t> o añadimos funcionalidad en </a:t>
            </a:r>
            <a:r>
              <a:rPr lang="es-ES" dirty="0" err="1"/>
              <a:t>javascript</a:t>
            </a:r>
            <a:r>
              <a:rPr lang="es-ES" dirty="0"/>
              <a:t> o</a:t>
            </a:r>
          </a:p>
          <a:p>
            <a:r>
              <a:rPr lang="es-ES" dirty="0"/>
              <a:t>simplemente añadir un icono a nuestra web.</a:t>
            </a:r>
          </a:p>
          <a:p>
            <a:r>
              <a:rPr lang="es-ES" dirty="0"/>
              <a:t>  </a:t>
            </a:r>
            <a:r>
              <a:rPr lang="es-ES" dirty="0">
                <a:solidFill>
                  <a:srgbClr val="0000CD"/>
                </a:solidFill>
                <a:effectLst/>
              </a:rPr>
              <a:t>&lt;</a:t>
            </a:r>
            <a:r>
              <a:rPr lang="es-ES" dirty="0">
                <a:solidFill>
                  <a:srgbClr val="A52A2A"/>
                </a:solidFill>
                <a:effectLst/>
              </a:rPr>
              <a:t>link</a:t>
            </a:r>
            <a:r>
              <a:rPr lang="es-ES" dirty="0">
                <a:solidFill>
                  <a:srgbClr val="FF0000"/>
                </a:solidFill>
                <a:effectLst/>
              </a:rPr>
              <a:t> </a:t>
            </a:r>
            <a:r>
              <a:rPr lang="es-ES" dirty="0" err="1">
                <a:solidFill>
                  <a:srgbClr val="FF0000"/>
                </a:solidFill>
                <a:effectLst/>
              </a:rPr>
              <a:t>rel</a:t>
            </a:r>
            <a:r>
              <a:rPr lang="es-ES" dirty="0">
                <a:solidFill>
                  <a:srgbClr val="0000CD"/>
                </a:solidFill>
                <a:effectLst/>
              </a:rPr>
              <a:t>="</a:t>
            </a:r>
            <a:r>
              <a:rPr lang="es-ES" dirty="0" err="1">
                <a:solidFill>
                  <a:srgbClr val="0000CD"/>
                </a:solidFill>
                <a:effectLst/>
              </a:rPr>
              <a:t>icon</a:t>
            </a:r>
            <a:r>
              <a:rPr lang="es-ES" dirty="0">
                <a:solidFill>
                  <a:srgbClr val="0000CD"/>
                </a:solidFill>
                <a:effectLst/>
              </a:rPr>
              <a:t>"</a:t>
            </a:r>
            <a:r>
              <a:rPr lang="es-ES" dirty="0">
                <a:solidFill>
                  <a:srgbClr val="FF0000"/>
                </a:solidFill>
                <a:effectLst/>
              </a:rPr>
              <a:t> </a:t>
            </a:r>
            <a:r>
              <a:rPr lang="es-ES" dirty="0" err="1">
                <a:solidFill>
                  <a:srgbClr val="FF0000"/>
                </a:solidFill>
                <a:effectLst/>
              </a:rPr>
              <a:t>type</a:t>
            </a:r>
            <a:r>
              <a:rPr lang="es-ES" dirty="0">
                <a:solidFill>
                  <a:srgbClr val="0000CD"/>
                </a:solidFill>
                <a:effectLst/>
              </a:rPr>
              <a:t>="</a:t>
            </a:r>
            <a:r>
              <a:rPr lang="es-ES" dirty="0" err="1">
                <a:solidFill>
                  <a:srgbClr val="0000CD"/>
                </a:solidFill>
                <a:effectLst/>
              </a:rPr>
              <a:t>image</a:t>
            </a:r>
            <a:r>
              <a:rPr lang="es-ES" dirty="0">
                <a:solidFill>
                  <a:srgbClr val="0000CD"/>
                </a:solidFill>
                <a:effectLst/>
              </a:rPr>
              <a:t>/x-</a:t>
            </a:r>
            <a:r>
              <a:rPr lang="es-ES" dirty="0" err="1">
                <a:solidFill>
                  <a:srgbClr val="0000CD"/>
                </a:solidFill>
                <a:effectLst/>
              </a:rPr>
              <a:t>icon</a:t>
            </a:r>
            <a:r>
              <a:rPr lang="es-ES" dirty="0">
                <a:solidFill>
                  <a:srgbClr val="0000CD"/>
                </a:solidFill>
                <a:effectLst/>
              </a:rPr>
              <a:t>"</a:t>
            </a:r>
            <a:r>
              <a:rPr lang="es-ES" dirty="0">
                <a:solidFill>
                  <a:srgbClr val="FF0000"/>
                </a:solidFill>
                <a:effectLst/>
              </a:rPr>
              <a:t> </a:t>
            </a:r>
            <a:r>
              <a:rPr lang="es-ES" dirty="0" err="1">
                <a:solidFill>
                  <a:srgbClr val="FF0000"/>
                </a:solidFill>
                <a:effectLst/>
              </a:rPr>
              <a:t>href</a:t>
            </a:r>
            <a:r>
              <a:rPr lang="es-ES" dirty="0">
                <a:solidFill>
                  <a:srgbClr val="0000CD"/>
                </a:solidFill>
                <a:effectLst/>
              </a:rPr>
              <a:t>="/</a:t>
            </a:r>
            <a:r>
              <a:rPr lang="es-ES" dirty="0" err="1">
                <a:solidFill>
                  <a:srgbClr val="0000CD"/>
                </a:solidFill>
                <a:effectLst/>
              </a:rPr>
              <a:t>images</a:t>
            </a:r>
            <a:r>
              <a:rPr lang="es-ES" dirty="0">
                <a:solidFill>
                  <a:srgbClr val="0000CD"/>
                </a:solidFill>
                <a:effectLst/>
              </a:rPr>
              <a:t>/favicon.ico"&gt;</a:t>
            </a:r>
          </a:p>
          <a:p>
            <a:endParaRPr lang="es-ES" dirty="0">
              <a:solidFill>
                <a:srgbClr val="0000CD"/>
              </a:solidFill>
            </a:endParaRPr>
          </a:p>
          <a:p>
            <a:endParaRPr lang="es-ES" dirty="0">
              <a:solidFill>
                <a:srgbClr val="0000CD"/>
              </a:solidFill>
              <a:effectLst/>
            </a:endParaRPr>
          </a:p>
          <a:p>
            <a:endParaRPr lang="es-ES" dirty="0"/>
          </a:p>
        </p:txBody>
      </p:sp>
      <p:pic>
        <p:nvPicPr>
          <p:cNvPr id="9" name="Imagen 8">
            <a:extLst>
              <a:ext uri="{FF2B5EF4-FFF2-40B4-BE49-F238E27FC236}">
                <a16:creationId xmlns:a16="http://schemas.microsoft.com/office/drawing/2014/main" id="{50466B1D-E79F-2EB0-5491-5B3903FB71CC}"/>
              </a:ext>
            </a:extLst>
          </p:cNvPr>
          <p:cNvPicPr>
            <a:picLocks noChangeAspect="1"/>
          </p:cNvPicPr>
          <p:nvPr/>
        </p:nvPicPr>
        <p:blipFill>
          <a:blip r:embed="rId3"/>
          <a:stretch>
            <a:fillRect/>
          </a:stretch>
        </p:blipFill>
        <p:spPr>
          <a:xfrm>
            <a:off x="3261825" y="3341917"/>
            <a:ext cx="2429214" cy="1257475"/>
          </a:xfrm>
          <a:prstGeom prst="rect">
            <a:avLst/>
          </a:prstGeom>
        </p:spPr>
      </p:pic>
    </p:spTree>
    <p:extLst>
      <p:ext uri="{BB962C8B-B14F-4D97-AF65-F5344CB8AC3E}">
        <p14:creationId xmlns:p14="http://schemas.microsoft.com/office/powerpoint/2010/main" val="1721735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a:t>
            </a:r>
          </a:p>
        </p:txBody>
      </p:sp>
      <p:sp>
        <p:nvSpPr>
          <p:cNvPr id="3" name="CuadroTexto 2">
            <a:extLst>
              <a:ext uri="{FF2B5EF4-FFF2-40B4-BE49-F238E27FC236}">
                <a16:creationId xmlns:a16="http://schemas.microsoft.com/office/drawing/2014/main" id="{6DFE2E48-6082-E276-8715-7B65622883AC}"/>
              </a:ext>
            </a:extLst>
          </p:cNvPr>
          <p:cNvSpPr txBox="1"/>
          <p:nvPr/>
        </p:nvSpPr>
        <p:spPr>
          <a:xfrm>
            <a:off x="1674850" y="2027954"/>
            <a:ext cx="7288534" cy="2031325"/>
          </a:xfrm>
          <a:prstGeom prst="rect">
            <a:avLst/>
          </a:prstGeom>
          <a:noFill/>
        </p:spPr>
        <p:txBody>
          <a:bodyPr wrap="none" rtlCol="0">
            <a:spAutoFit/>
          </a:bodyPr>
          <a:lstStyle/>
          <a:p>
            <a:r>
              <a:rPr lang="es-ES" b="1" dirty="0"/>
              <a:t>Actividad 3. Añade al head de miPagina.html:</a:t>
            </a:r>
          </a:p>
          <a:p>
            <a:r>
              <a:rPr lang="es-ES" dirty="0"/>
              <a:t>-Un titulo.</a:t>
            </a:r>
          </a:p>
          <a:p>
            <a:r>
              <a:rPr lang="es-ES" dirty="0"/>
              <a:t>- Añade la etiqueta script con la siguiente línea de </a:t>
            </a:r>
            <a:r>
              <a:rPr lang="es-ES" dirty="0" err="1"/>
              <a:t>javascript</a:t>
            </a:r>
            <a:r>
              <a:rPr lang="es-ES" dirty="0"/>
              <a:t>:</a:t>
            </a:r>
          </a:p>
          <a:p>
            <a:r>
              <a:rPr lang="es-ES" dirty="0">
                <a:solidFill>
                  <a:srgbClr val="D4D4D4"/>
                </a:solidFill>
                <a:effectLst/>
                <a:latin typeface="Consolas" panose="020B0609020204030204" pitchFamily="49" charset="0"/>
              </a:rPr>
              <a:t>        </a:t>
            </a:r>
            <a:r>
              <a:rPr lang="es-ES" dirty="0" err="1">
                <a:solidFill>
                  <a:srgbClr val="DCDCAA"/>
                </a:solidFill>
                <a:effectLst/>
                <a:latin typeface="Consolas" panose="020B0609020204030204" pitchFamily="49" charset="0"/>
              </a:rPr>
              <a:t>alert</a:t>
            </a:r>
            <a:r>
              <a:rPr lang="es-ES" dirty="0">
                <a:solidFill>
                  <a:srgbClr val="D4D4D4"/>
                </a:solidFill>
                <a:effectLst/>
                <a:latin typeface="Consolas" panose="020B0609020204030204" pitchFamily="49" charset="0"/>
              </a:rPr>
              <a:t>(</a:t>
            </a:r>
            <a:r>
              <a:rPr lang="es-ES" dirty="0">
                <a:solidFill>
                  <a:srgbClr val="CE9178"/>
                </a:solidFill>
                <a:effectLst/>
                <a:latin typeface="Consolas" panose="020B0609020204030204" pitchFamily="49" charset="0"/>
              </a:rPr>
              <a:t>"Cargando mi primera web"</a:t>
            </a:r>
            <a:r>
              <a:rPr lang="es-ES" dirty="0">
                <a:solidFill>
                  <a:srgbClr val="D4D4D4"/>
                </a:solidFill>
                <a:effectLst/>
                <a:latin typeface="Consolas" panose="020B0609020204030204" pitchFamily="49" charset="0"/>
              </a:rPr>
              <a:t>);</a:t>
            </a:r>
            <a:endParaRPr lang="es-ES" dirty="0">
              <a:solidFill>
                <a:srgbClr val="CCCCCC"/>
              </a:solidFill>
              <a:effectLst/>
              <a:latin typeface="Consolas" panose="020B0609020204030204" pitchFamily="49" charset="0"/>
            </a:endParaRPr>
          </a:p>
          <a:p>
            <a:r>
              <a:rPr lang="es-ES" dirty="0"/>
              <a:t>- Comenta el bloque de script como comentario &lt;!--  --&gt; </a:t>
            </a:r>
          </a:p>
          <a:p>
            <a:endParaRPr lang="es-ES" dirty="0"/>
          </a:p>
          <a:p>
            <a:r>
              <a:rPr lang="es-ES" dirty="0" err="1"/>
              <a:t>Alert</a:t>
            </a:r>
            <a:r>
              <a:rPr lang="es-ES" dirty="0"/>
              <a:t> es una función de </a:t>
            </a:r>
            <a:r>
              <a:rPr lang="es-ES" dirty="0" err="1"/>
              <a:t>javascript</a:t>
            </a:r>
            <a:r>
              <a:rPr lang="es-ES" dirty="0"/>
              <a:t> que muestra una ventana con un mensaje</a:t>
            </a:r>
          </a:p>
        </p:txBody>
      </p:sp>
    </p:spTree>
    <p:extLst>
      <p:ext uri="{BB962C8B-B14F-4D97-AF65-F5344CB8AC3E}">
        <p14:creationId xmlns:p14="http://schemas.microsoft.com/office/powerpoint/2010/main" val="1338505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a:t>
            </a:r>
          </a:p>
        </p:txBody>
      </p:sp>
      <p:sp>
        <p:nvSpPr>
          <p:cNvPr id="4" name="CuadroTexto 3">
            <a:extLst>
              <a:ext uri="{FF2B5EF4-FFF2-40B4-BE49-F238E27FC236}">
                <a16:creationId xmlns:a16="http://schemas.microsoft.com/office/drawing/2014/main" id="{3613B720-DB1B-1F59-EA9A-F68857F0E089}"/>
              </a:ext>
            </a:extLst>
          </p:cNvPr>
          <p:cNvSpPr txBox="1"/>
          <p:nvPr/>
        </p:nvSpPr>
        <p:spPr>
          <a:xfrm>
            <a:off x="777240" y="1668780"/>
            <a:ext cx="9211624" cy="1477328"/>
          </a:xfrm>
          <a:prstGeom prst="rect">
            <a:avLst/>
          </a:prstGeom>
          <a:noFill/>
        </p:spPr>
        <p:txBody>
          <a:bodyPr wrap="none" rtlCol="0">
            <a:spAutoFit/>
          </a:bodyPr>
          <a:lstStyle/>
          <a:p>
            <a:r>
              <a:rPr lang="es-ES" dirty="0"/>
              <a:t>La etiqueta meta (de metadatos)indica un conjunto de propiedades generales del documento, </a:t>
            </a:r>
          </a:p>
          <a:p>
            <a:r>
              <a:rPr lang="es-ES" dirty="0"/>
              <a:t>como el autor, descripción, palabras clave, tipo de contenido, etc.</a:t>
            </a:r>
          </a:p>
          <a:p>
            <a:r>
              <a:rPr lang="es-ES" dirty="0">
                <a:hlinkClick r:id="rId3"/>
              </a:rPr>
              <a:t>https://developer.mozilla.org/es/docs/Web/HTML/Element/meta</a:t>
            </a:r>
            <a:endParaRPr lang="es-ES" dirty="0"/>
          </a:p>
          <a:p>
            <a:endParaRPr lang="es-ES" dirty="0"/>
          </a:p>
          <a:p>
            <a:r>
              <a:rPr lang="es-ES" dirty="0"/>
              <a:t>Estas propiedades son establecidas mediante atributos. </a:t>
            </a:r>
          </a:p>
        </p:txBody>
      </p:sp>
      <p:sp>
        <p:nvSpPr>
          <p:cNvPr id="3" name="CuadroTexto 2">
            <a:extLst>
              <a:ext uri="{FF2B5EF4-FFF2-40B4-BE49-F238E27FC236}">
                <a16:creationId xmlns:a16="http://schemas.microsoft.com/office/drawing/2014/main" id="{6D0BC422-BF49-D44A-9400-740C892B210D}"/>
              </a:ext>
            </a:extLst>
          </p:cNvPr>
          <p:cNvSpPr txBox="1"/>
          <p:nvPr/>
        </p:nvSpPr>
        <p:spPr>
          <a:xfrm>
            <a:off x="685800" y="3360420"/>
            <a:ext cx="9240671" cy="1754326"/>
          </a:xfrm>
          <a:prstGeom prst="rect">
            <a:avLst/>
          </a:prstGeom>
          <a:noFill/>
        </p:spPr>
        <p:txBody>
          <a:bodyPr wrap="none" rtlCol="0">
            <a:spAutoFit/>
          </a:bodyPr>
          <a:lstStyle/>
          <a:p>
            <a:r>
              <a:rPr lang="es-ES" dirty="0"/>
              <a:t>Podemos establecer una clasificación de meta etiquetas en función de su utilidad.</a:t>
            </a:r>
          </a:p>
          <a:p>
            <a:r>
              <a:rPr lang="es-ES" dirty="0"/>
              <a:t>Una de ella es clasificarlas en dos grupos (por sus dos atributos principales)</a:t>
            </a:r>
          </a:p>
          <a:p>
            <a:pPr marL="285750" indent="-285750">
              <a:buFont typeface="Arial" panose="020B0604020202020204" pitchFamily="34" charset="0"/>
              <a:buChar char="•"/>
            </a:pPr>
            <a:r>
              <a:rPr lang="es-ES" b="1" dirty="0"/>
              <a:t>Meta </a:t>
            </a:r>
            <a:r>
              <a:rPr lang="es-ES" b="1" dirty="0" err="1"/>
              <a:t>name</a:t>
            </a:r>
            <a:r>
              <a:rPr lang="es-ES" dirty="0"/>
              <a:t>: Se utilizan principalmente para optimizar el resultado de motores de búsqueda y</a:t>
            </a:r>
          </a:p>
          <a:p>
            <a:r>
              <a:rPr lang="es-ES" dirty="0"/>
              <a:t>y la información que manejan no se presenta en pantalla</a:t>
            </a:r>
          </a:p>
          <a:p>
            <a:pPr marL="285750" indent="-285750">
              <a:buFont typeface="Arial" panose="020B0604020202020204" pitchFamily="34" charset="0"/>
              <a:buChar char="•"/>
            </a:pPr>
            <a:r>
              <a:rPr lang="es-ES" b="1" dirty="0"/>
              <a:t>Meta http-</a:t>
            </a:r>
            <a:r>
              <a:rPr lang="es-ES" b="1" dirty="0" err="1"/>
              <a:t>equiv</a:t>
            </a:r>
            <a:r>
              <a:rPr lang="es-ES" b="1" dirty="0"/>
              <a:t>: </a:t>
            </a:r>
            <a:r>
              <a:rPr lang="es-ES" dirty="0"/>
              <a:t>Se utilizan para dar instrucciones a los navegadores y tienen influencia </a:t>
            </a:r>
          </a:p>
          <a:p>
            <a:r>
              <a:rPr lang="es-ES" dirty="0"/>
              <a:t>sobre lo que aparece en pantalla</a:t>
            </a:r>
          </a:p>
        </p:txBody>
      </p:sp>
    </p:spTree>
    <p:extLst>
      <p:ext uri="{BB962C8B-B14F-4D97-AF65-F5344CB8AC3E}">
        <p14:creationId xmlns:p14="http://schemas.microsoft.com/office/powerpoint/2010/main" val="2766911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 – Atributos meta </a:t>
            </a:r>
            <a:r>
              <a:rPr lang="es-ES" dirty="0" err="1">
                <a:cs typeface="Noto Sans" pitchFamily="2"/>
              </a:rPr>
              <a:t>name</a:t>
            </a:r>
            <a:endParaRPr lang="es-ES" dirty="0">
              <a:cs typeface="Noto Sans" pitchFamily="2"/>
            </a:endParaRPr>
          </a:p>
        </p:txBody>
      </p:sp>
      <p:sp>
        <p:nvSpPr>
          <p:cNvPr id="3" name="CuadroTexto 2">
            <a:extLst>
              <a:ext uri="{FF2B5EF4-FFF2-40B4-BE49-F238E27FC236}">
                <a16:creationId xmlns:a16="http://schemas.microsoft.com/office/drawing/2014/main" id="{72F04810-39AA-E13F-56D8-1203FF791CD7}"/>
              </a:ext>
            </a:extLst>
          </p:cNvPr>
          <p:cNvSpPr txBox="1"/>
          <p:nvPr/>
        </p:nvSpPr>
        <p:spPr>
          <a:xfrm>
            <a:off x="670560" y="1607820"/>
            <a:ext cx="8854440" cy="3693319"/>
          </a:xfrm>
          <a:prstGeom prst="rect">
            <a:avLst/>
          </a:prstGeom>
          <a:noFill/>
        </p:spPr>
        <p:txBody>
          <a:bodyPr wrap="square" rtlCol="0">
            <a:spAutoFit/>
          </a:bodyPr>
          <a:lstStyle/>
          <a:p>
            <a:r>
              <a:rPr lang="es-ES" dirty="0"/>
              <a:t>Para las </a:t>
            </a:r>
            <a:r>
              <a:rPr lang="es-ES" b="1" dirty="0"/>
              <a:t>meta </a:t>
            </a:r>
            <a:r>
              <a:rPr lang="es-ES" b="1" dirty="0" err="1"/>
              <a:t>name</a:t>
            </a:r>
            <a:r>
              <a:rPr lang="es-ES" b="1" dirty="0"/>
              <a:t> </a:t>
            </a:r>
            <a:r>
              <a:rPr lang="es-ES" dirty="0"/>
              <a:t>podemos encontrar algunas de las siguientes propiedades:</a:t>
            </a:r>
          </a:p>
          <a:p>
            <a:pPr marL="285750" indent="-285750">
              <a:buFont typeface="Arial" panose="020B0604020202020204" pitchFamily="34" charset="0"/>
              <a:buChar char="•"/>
            </a:pPr>
            <a:r>
              <a:rPr lang="es-ES" dirty="0"/>
              <a:t>Información general sobre la pagina:</a:t>
            </a:r>
          </a:p>
          <a:p>
            <a:pPr marL="742950" lvl="1" indent="-285750">
              <a:buFont typeface="Arial" panose="020B0604020202020204" pitchFamily="34" charset="0"/>
              <a:buChar char="•"/>
            </a:pPr>
            <a:r>
              <a:rPr lang="es-ES" b="1" dirty="0" err="1"/>
              <a:t>abstract</a:t>
            </a:r>
            <a:r>
              <a:rPr lang="es-ES" dirty="0"/>
              <a:t>: indica en una frase muy corta de que trata la página web.</a:t>
            </a:r>
          </a:p>
          <a:p>
            <a:pPr marL="742950" lvl="1" indent="-285750">
              <a:buFont typeface="Arial" panose="020B0604020202020204" pitchFamily="34" charset="0"/>
              <a:buChar char="•"/>
            </a:pPr>
            <a:r>
              <a:rPr lang="es-ES" b="1" dirty="0" err="1"/>
              <a:t>author</a:t>
            </a:r>
            <a:r>
              <a:rPr lang="es-ES" dirty="0"/>
              <a:t>: Autor de desarrollador de la web</a:t>
            </a:r>
          </a:p>
          <a:p>
            <a:pPr marL="742950" lvl="1" indent="-285750">
              <a:buFont typeface="Arial" panose="020B0604020202020204" pitchFamily="34" charset="0"/>
              <a:buChar char="•"/>
            </a:pPr>
            <a:r>
              <a:rPr lang="es-ES" dirty="0"/>
              <a:t>copyright</a:t>
            </a:r>
          </a:p>
          <a:p>
            <a:pPr marL="285750" indent="-285750">
              <a:buFont typeface="Arial" panose="020B0604020202020204" pitchFamily="34" charset="0"/>
              <a:buChar char="•"/>
            </a:pPr>
            <a:r>
              <a:rPr lang="es-ES" dirty="0"/>
              <a:t>Información específica para buscadores:</a:t>
            </a:r>
          </a:p>
          <a:p>
            <a:pPr marL="742950" lvl="1" indent="-285750">
              <a:buFont typeface="Arial" panose="020B0604020202020204" pitchFamily="34" charset="0"/>
              <a:buChar char="•"/>
            </a:pPr>
            <a:r>
              <a:rPr lang="es-ES" b="1" dirty="0" err="1"/>
              <a:t>keywords</a:t>
            </a:r>
            <a:r>
              <a:rPr lang="es-ES" dirty="0"/>
              <a:t>: añadir palabras clave que son importantes en la página</a:t>
            </a:r>
          </a:p>
          <a:p>
            <a:pPr marL="742950" lvl="1" indent="-285750">
              <a:buFont typeface="Arial" panose="020B0604020202020204" pitchFamily="34" charset="0"/>
              <a:buChar char="•"/>
            </a:pPr>
            <a:r>
              <a:rPr lang="es-ES" b="1" dirty="0"/>
              <a:t>rating</a:t>
            </a:r>
            <a:r>
              <a:rPr lang="es-ES" dirty="0"/>
              <a:t>: Calificar la adecuación de la página a los usuarios.</a:t>
            </a:r>
          </a:p>
          <a:p>
            <a:pPr marL="285750" indent="-285750">
              <a:buFont typeface="Arial" panose="020B0604020202020204" pitchFamily="34" charset="0"/>
              <a:buChar char="•"/>
            </a:pPr>
            <a:r>
              <a:rPr lang="es-ES" dirty="0"/>
              <a:t>Para administración del sitio:</a:t>
            </a:r>
          </a:p>
          <a:p>
            <a:pPr marL="742950" lvl="1" indent="-285750">
              <a:buFont typeface="Arial" panose="020B0604020202020204" pitchFamily="34" charset="0"/>
              <a:buChar char="•"/>
            </a:pPr>
            <a:r>
              <a:rPr lang="es-ES" b="1" dirty="0" err="1"/>
              <a:t>reply-to</a:t>
            </a:r>
            <a:r>
              <a:rPr lang="es-ES" dirty="0"/>
              <a:t>: Para indicar a los usuarios cómo ponerse en contacto con la persona de su </a:t>
            </a:r>
          </a:p>
          <a:p>
            <a:pPr lvl="1"/>
            <a:r>
              <a:rPr lang="es-ES" dirty="0"/>
              <a:t>responsable del sitio web</a:t>
            </a:r>
          </a:p>
          <a:p>
            <a:pPr marL="742950" lvl="1" indent="-285750">
              <a:buFont typeface="Arial" panose="020B0604020202020204" pitchFamily="34" charset="0"/>
              <a:buChar char="•"/>
            </a:pPr>
            <a:endParaRPr lang="es-ES" dirty="0"/>
          </a:p>
          <a:p>
            <a:pPr marL="742950" lvl="1" indent="-285750">
              <a:buFont typeface="Arial" panose="020B0604020202020204" pitchFamily="34" charset="0"/>
              <a:buChar char="•"/>
            </a:pPr>
            <a:endParaRPr lang="es-ES" dirty="0"/>
          </a:p>
        </p:txBody>
      </p:sp>
    </p:spTree>
    <p:extLst>
      <p:ext uri="{BB962C8B-B14F-4D97-AF65-F5344CB8AC3E}">
        <p14:creationId xmlns:p14="http://schemas.microsoft.com/office/powerpoint/2010/main" val="486974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 – Atributos meta http-</a:t>
            </a:r>
            <a:r>
              <a:rPr lang="es-ES" dirty="0" err="1">
                <a:cs typeface="Noto Sans" pitchFamily="2"/>
              </a:rPr>
              <a:t>equiv</a:t>
            </a:r>
            <a:endParaRPr lang="es-ES" dirty="0">
              <a:cs typeface="Noto Sans" pitchFamily="2"/>
            </a:endParaRPr>
          </a:p>
        </p:txBody>
      </p:sp>
      <p:sp>
        <p:nvSpPr>
          <p:cNvPr id="3" name="CuadroTexto 2">
            <a:extLst>
              <a:ext uri="{FF2B5EF4-FFF2-40B4-BE49-F238E27FC236}">
                <a16:creationId xmlns:a16="http://schemas.microsoft.com/office/drawing/2014/main" id="{72F04810-39AA-E13F-56D8-1203FF791CD7}"/>
              </a:ext>
            </a:extLst>
          </p:cNvPr>
          <p:cNvSpPr txBox="1"/>
          <p:nvPr/>
        </p:nvSpPr>
        <p:spPr>
          <a:xfrm>
            <a:off x="0" y="1226820"/>
            <a:ext cx="9600565" cy="4247317"/>
          </a:xfrm>
          <a:prstGeom prst="rect">
            <a:avLst/>
          </a:prstGeom>
          <a:noFill/>
        </p:spPr>
        <p:txBody>
          <a:bodyPr wrap="square" rtlCol="0">
            <a:spAutoFit/>
          </a:bodyPr>
          <a:lstStyle/>
          <a:p>
            <a:r>
              <a:rPr lang="es-ES" dirty="0"/>
              <a:t>Para las </a:t>
            </a:r>
            <a:r>
              <a:rPr lang="es-ES" b="1" dirty="0"/>
              <a:t>meta http-</a:t>
            </a:r>
            <a:r>
              <a:rPr lang="es-ES" b="1" dirty="0" err="1"/>
              <a:t>equiv</a:t>
            </a:r>
            <a:r>
              <a:rPr lang="es-ES" b="1" dirty="0"/>
              <a:t> </a:t>
            </a:r>
            <a:r>
              <a:rPr lang="es-ES" dirty="0"/>
              <a:t>podemos encontrar algunas de las siguientes propiedades:</a:t>
            </a:r>
          </a:p>
          <a:p>
            <a:pPr marL="742950" lvl="1" indent="-285750">
              <a:buFont typeface="Arial" panose="020B0604020202020204" pitchFamily="34" charset="0"/>
              <a:buChar char="•"/>
            </a:pPr>
            <a:r>
              <a:rPr lang="es-ES" dirty="0"/>
              <a:t>Tipo de contenido:</a:t>
            </a:r>
          </a:p>
          <a:p>
            <a:pPr marL="1200150" lvl="2" indent="-285750">
              <a:buFont typeface="Arial" panose="020B0604020202020204" pitchFamily="34" charset="0"/>
              <a:buChar char="•"/>
            </a:pPr>
            <a:r>
              <a:rPr lang="es-ES" b="1" dirty="0" err="1"/>
              <a:t>content-type</a:t>
            </a:r>
            <a:r>
              <a:rPr lang="es-ES" dirty="0"/>
              <a:t>: De que tipo es nuestro documento. Por ejemplo </a:t>
            </a:r>
            <a:r>
              <a:rPr lang="es-ES" dirty="0" err="1"/>
              <a:t>text</a:t>
            </a:r>
            <a:r>
              <a:rPr lang="es-ES" dirty="0"/>
              <a:t>/</a:t>
            </a:r>
            <a:r>
              <a:rPr lang="es-ES" dirty="0" err="1"/>
              <a:t>html</a:t>
            </a:r>
            <a:endParaRPr lang="es-ES" dirty="0"/>
          </a:p>
          <a:p>
            <a:pPr marL="742950" lvl="1" indent="-285750">
              <a:buFont typeface="Arial" panose="020B0604020202020204" pitchFamily="34" charset="0"/>
              <a:buChar char="•"/>
            </a:pPr>
            <a:r>
              <a:rPr lang="es-ES" dirty="0"/>
              <a:t>Manejo de cookies:</a:t>
            </a:r>
          </a:p>
          <a:p>
            <a:pPr marL="1200150" lvl="2" indent="-285750">
              <a:buFont typeface="Arial" panose="020B0604020202020204" pitchFamily="34" charset="0"/>
              <a:buChar char="•"/>
            </a:pPr>
            <a:r>
              <a:rPr lang="es-ES" b="1" dirty="0"/>
              <a:t>set-cookie</a:t>
            </a:r>
            <a:r>
              <a:rPr lang="es-ES" dirty="0"/>
              <a:t>: Las cookies son cadenas de datos que un servidor web envía al navegador. Cuando un navegador solicite un objeto del mismo dominio en el futuro, el navegador enviará la misma cadena de datos de vuelta al servidor de origen.</a:t>
            </a:r>
          </a:p>
          <a:p>
            <a:pPr marL="742950" lvl="1" indent="-285750">
              <a:buFont typeface="Arial" panose="020B0604020202020204" pitchFamily="34" charset="0"/>
              <a:buChar char="•"/>
            </a:pPr>
            <a:r>
              <a:rPr lang="es-ES" dirty="0"/>
              <a:t>Actualización de página:</a:t>
            </a:r>
          </a:p>
          <a:p>
            <a:pPr marL="1200150" lvl="2" indent="-285750">
              <a:buFont typeface="Arial" panose="020B0604020202020204" pitchFamily="34" charset="0"/>
              <a:buChar char="•"/>
            </a:pPr>
            <a:r>
              <a:rPr lang="es-ES" b="1" dirty="0" err="1"/>
              <a:t>refresh</a:t>
            </a:r>
            <a:r>
              <a:rPr lang="es-ES" dirty="0"/>
              <a:t>: Actualizar o </a:t>
            </a:r>
            <a:r>
              <a:rPr lang="es-ES" dirty="0" err="1"/>
              <a:t>redigir</a:t>
            </a:r>
            <a:r>
              <a:rPr lang="es-ES" dirty="0"/>
              <a:t> a otra página después de X segundos</a:t>
            </a:r>
          </a:p>
          <a:p>
            <a:pPr marL="742950" lvl="1" indent="-285750">
              <a:buFont typeface="Arial" panose="020B0604020202020204" pitchFamily="34" charset="0"/>
              <a:buChar char="•"/>
            </a:pPr>
            <a:r>
              <a:rPr lang="es-ES" dirty="0"/>
              <a:t>Manejo de la cache:</a:t>
            </a:r>
          </a:p>
          <a:p>
            <a:pPr marL="1200150" lvl="2" indent="-285750">
              <a:buFont typeface="Arial" panose="020B0604020202020204" pitchFamily="34" charset="0"/>
              <a:buChar char="•"/>
            </a:pPr>
            <a:r>
              <a:rPr lang="es-ES" b="1" dirty="0" err="1"/>
              <a:t>cache-control</a:t>
            </a:r>
            <a:r>
              <a:rPr lang="es-ES" dirty="0" err="1"/>
              <a:t>:Incluye</a:t>
            </a:r>
            <a:r>
              <a:rPr lang="es-ES" dirty="0"/>
              <a:t> </a:t>
            </a:r>
            <a:r>
              <a:rPr lang="es-ES" dirty="0" err="1"/>
              <a:t>directias</a:t>
            </a:r>
            <a:r>
              <a:rPr lang="es-ES" dirty="0"/>
              <a:t> para declarar que debe almacenarse en caches, controles, etc. La memoria caché es una memoria extremadamente rápida integrada en la unidad central de procesamiento de un ordenador que permite a los programas funcionar con mayor rapidez y eficacia.</a:t>
            </a:r>
          </a:p>
          <a:p>
            <a:pPr marL="742950" lvl="1" indent="-285750">
              <a:buFont typeface="Arial" panose="020B0604020202020204" pitchFamily="34" charset="0"/>
              <a:buChar char="•"/>
            </a:pPr>
            <a:endParaRPr lang="es-ES" dirty="0"/>
          </a:p>
        </p:txBody>
      </p:sp>
    </p:spTree>
    <p:extLst>
      <p:ext uri="{BB962C8B-B14F-4D97-AF65-F5344CB8AC3E}">
        <p14:creationId xmlns:p14="http://schemas.microsoft.com/office/powerpoint/2010/main" val="1346087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Head</a:t>
            </a:r>
          </a:p>
        </p:txBody>
      </p:sp>
      <p:sp>
        <p:nvSpPr>
          <p:cNvPr id="4" name="CuadroTexto 3">
            <a:extLst>
              <a:ext uri="{FF2B5EF4-FFF2-40B4-BE49-F238E27FC236}">
                <a16:creationId xmlns:a16="http://schemas.microsoft.com/office/drawing/2014/main" id="{3613B720-DB1B-1F59-EA9A-F68857F0E089}"/>
              </a:ext>
            </a:extLst>
          </p:cNvPr>
          <p:cNvSpPr txBox="1"/>
          <p:nvPr/>
        </p:nvSpPr>
        <p:spPr>
          <a:xfrm>
            <a:off x="975360" y="1386840"/>
            <a:ext cx="7446334" cy="646331"/>
          </a:xfrm>
          <a:prstGeom prst="rect">
            <a:avLst/>
          </a:prstGeom>
          <a:noFill/>
        </p:spPr>
        <p:txBody>
          <a:bodyPr wrap="none" rtlCol="0">
            <a:spAutoFit/>
          </a:bodyPr>
          <a:lstStyle/>
          <a:p>
            <a:r>
              <a:rPr lang="es-ES" dirty="0"/>
              <a:t>Atributo </a:t>
            </a:r>
            <a:r>
              <a:rPr lang="es-ES" dirty="0" err="1"/>
              <a:t>charset</a:t>
            </a:r>
            <a:r>
              <a:rPr lang="es-ES" dirty="0"/>
              <a:t> para elegir el juego de caracteres. (Nuestro </a:t>
            </a:r>
            <a:r>
              <a:rPr lang="es-ES" dirty="0" err="1"/>
              <a:t>encoding</a:t>
            </a:r>
            <a:r>
              <a:rPr lang="es-ES" dirty="0"/>
              <a:t> en </a:t>
            </a:r>
            <a:r>
              <a:rPr lang="es-ES" dirty="0" err="1"/>
              <a:t>xml</a:t>
            </a:r>
            <a:r>
              <a:rPr lang="es-ES" dirty="0"/>
              <a:t>)</a:t>
            </a:r>
          </a:p>
          <a:p>
            <a:r>
              <a:rPr lang="es-ES" b="1" dirty="0"/>
              <a:t>Actividad: Prueba el siguiente código</a:t>
            </a:r>
          </a:p>
        </p:txBody>
      </p:sp>
      <p:sp>
        <p:nvSpPr>
          <p:cNvPr id="5" name="CuadroTexto 4">
            <a:extLst>
              <a:ext uri="{FF2B5EF4-FFF2-40B4-BE49-F238E27FC236}">
                <a16:creationId xmlns:a16="http://schemas.microsoft.com/office/drawing/2014/main" id="{054103A9-CC31-856B-0C76-BC1E41256E6B}"/>
              </a:ext>
            </a:extLst>
          </p:cNvPr>
          <p:cNvSpPr txBox="1"/>
          <p:nvPr/>
        </p:nvSpPr>
        <p:spPr>
          <a:xfrm>
            <a:off x="1141094" y="1952834"/>
            <a:ext cx="7461885" cy="3416320"/>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lang</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"en"</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dir</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err="1">
                <a:solidFill>
                  <a:srgbClr val="CE9178"/>
                </a:solidFill>
                <a:effectLst/>
                <a:latin typeface="Consolas" panose="020B0609020204030204" pitchFamily="49" charset="0"/>
              </a:rPr>
              <a:t>ltr</a:t>
            </a:r>
            <a:r>
              <a:rPr lang="es-ES" b="0" dirty="0">
                <a:solidFill>
                  <a:srgbClr val="CE9178"/>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Título del documento</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6A9955"/>
                </a:solidFill>
                <a:effectLst/>
                <a:latin typeface="Consolas" panose="020B0609020204030204" pitchFamily="49" charset="0"/>
              </a:rPr>
              <a:t>&lt;!– iso-8859 es </a:t>
            </a:r>
            <a:r>
              <a:rPr lang="es-ES" b="0" dirty="0" err="1">
                <a:solidFill>
                  <a:srgbClr val="6A9955"/>
                </a:solidFill>
                <a:effectLst/>
                <a:latin typeface="Consolas" panose="020B0609020204030204" pitchFamily="49" charset="0"/>
              </a:rPr>
              <a:t>charset</a:t>
            </a:r>
            <a:r>
              <a:rPr lang="es-ES" b="0" dirty="0">
                <a:solidFill>
                  <a:srgbClr val="6A9955"/>
                </a:solidFill>
                <a:effectLst/>
                <a:latin typeface="Consolas" panose="020B0609020204030204" pitchFamily="49" charset="0"/>
              </a:rPr>
              <a:t> arábigo. Si abro documento desde </a:t>
            </a:r>
            <a:r>
              <a:rPr lang="es-ES" b="0" dirty="0" err="1">
                <a:solidFill>
                  <a:srgbClr val="6A9955"/>
                </a:solidFill>
                <a:effectLst/>
                <a:latin typeface="Consolas" panose="020B0609020204030204" pitchFamily="49" charset="0"/>
              </a:rPr>
              <a:t>chrome</a:t>
            </a:r>
            <a:r>
              <a:rPr lang="es-ES" b="0" dirty="0">
                <a:solidFill>
                  <a:srgbClr val="6A9955"/>
                </a:solidFill>
                <a:effectLst/>
                <a:latin typeface="Consolas" panose="020B0609020204030204" pitchFamily="49" charset="0"/>
              </a:rPr>
              <a:t> o </a:t>
            </a:r>
            <a:r>
              <a:rPr lang="es-ES" b="0" dirty="0" err="1">
                <a:solidFill>
                  <a:srgbClr val="6A9955"/>
                </a:solidFill>
                <a:effectLst/>
                <a:latin typeface="Consolas" panose="020B0609020204030204" pitchFamily="49" charset="0"/>
              </a:rPr>
              <a:t>edge</a:t>
            </a:r>
            <a:r>
              <a:rPr lang="es-ES" b="0" dirty="0">
                <a:solidFill>
                  <a:srgbClr val="6A9955"/>
                </a:solidFill>
                <a:effectLst/>
                <a:latin typeface="Consolas" panose="020B0609020204030204" pitchFamily="49" charset="0"/>
              </a:rPr>
              <a:t> no se muestran algunos caracteres--&gt;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meta</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charset</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"iso-8859-6"</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Esto es un documento básico que contiene la letra ñ</a:t>
            </a: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282939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4" name="CuadroTexto 3">
            <a:extLst>
              <a:ext uri="{FF2B5EF4-FFF2-40B4-BE49-F238E27FC236}">
                <a16:creationId xmlns:a16="http://schemas.microsoft.com/office/drawing/2014/main" id="{BEBEF779-D925-BCDC-77F0-73A838617DDD}"/>
              </a:ext>
            </a:extLst>
          </p:cNvPr>
          <p:cNvSpPr txBox="1"/>
          <p:nvPr/>
        </p:nvSpPr>
        <p:spPr>
          <a:xfrm>
            <a:off x="304800" y="1563756"/>
            <a:ext cx="9679060" cy="2215991"/>
          </a:xfrm>
          <a:prstGeom prst="rect">
            <a:avLst/>
          </a:prstGeom>
          <a:noFill/>
        </p:spPr>
        <p:txBody>
          <a:bodyPr wrap="none" rtlCol="0">
            <a:spAutoFit/>
          </a:bodyPr>
          <a:lstStyle/>
          <a:p>
            <a:r>
              <a:rPr lang="es-ES" sz="2400" dirty="0"/>
              <a:t>Los elementos h representan elementos de encabezado y tienen 6 niveles </a:t>
            </a:r>
          </a:p>
          <a:p>
            <a:r>
              <a:rPr lang="es-ES" sz="2400" dirty="0"/>
              <a:t>de importancia. El elemento </a:t>
            </a:r>
            <a:r>
              <a:rPr lang="es-ES" sz="2400" b="1" dirty="0"/>
              <a:t>h1</a:t>
            </a:r>
            <a:r>
              <a:rPr lang="es-ES" sz="2400" dirty="0"/>
              <a:t> es el más importante y </a:t>
            </a:r>
            <a:r>
              <a:rPr lang="es-ES" sz="2400" b="1" dirty="0"/>
              <a:t>h6</a:t>
            </a:r>
            <a:r>
              <a:rPr lang="es-ES" sz="2400" dirty="0"/>
              <a:t> el menos </a:t>
            </a:r>
          </a:p>
          <a:p>
            <a:r>
              <a:rPr lang="es-ES" sz="2400" dirty="0"/>
              <a:t>importante. </a:t>
            </a:r>
          </a:p>
          <a:p>
            <a:r>
              <a:rPr lang="es-ES" sz="2400" dirty="0"/>
              <a:t>Esta importancia hará variar el tamaño.</a:t>
            </a:r>
          </a:p>
          <a:p>
            <a:endParaRPr lang="es-ES" dirty="0"/>
          </a:p>
          <a:p>
            <a:r>
              <a:rPr lang="es-ES" sz="2400" b="1" dirty="0" err="1"/>
              <a:t>Actvidad</a:t>
            </a:r>
            <a:r>
              <a:rPr lang="es-ES" sz="2400" b="1" dirty="0"/>
              <a:t>: Crea un documento </a:t>
            </a:r>
            <a:r>
              <a:rPr lang="es-ES" sz="2400" b="1" dirty="0" err="1"/>
              <a:t>html</a:t>
            </a:r>
            <a:r>
              <a:rPr lang="es-ES" sz="2400" b="1" dirty="0"/>
              <a:t> probando los 6 elementos de </a:t>
            </a:r>
            <a:r>
              <a:rPr lang="es-ES" sz="2400" b="1" dirty="0" err="1"/>
              <a:t>cabezado</a:t>
            </a:r>
            <a:endParaRPr lang="es-ES" sz="2400" b="1" dirty="0"/>
          </a:p>
        </p:txBody>
      </p:sp>
    </p:spTree>
    <p:extLst>
      <p:ext uri="{BB962C8B-B14F-4D97-AF65-F5344CB8AC3E}">
        <p14:creationId xmlns:p14="http://schemas.microsoft.com/office/powerpoint/2010/main" val="7507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4" name="CuadroTexto 3">
            <a:extLst>
              <a:ext uri="{FF2B5EF4-FFF2-40B4-BE49-F238E27FC236}">
                <a16:creationId xmlns:a16="http://schemas.microsoft.com/office/drawing/2014/main" id="{BEBEF779-D925-BCDC-77F0-73A838617DDD}"/>
              </a:ext>
            </a:extLst>
          </p:cNvPr>
          <p:cNvSpPr txBox="1"/>
          <p:nvPr/>
        </p:nvSpPr>
        <p:spPr>
          <a:xfrm>
            <a:off x="551622" y="1497496"/>
            <a:ext cx="8073685" cy="3046988"/>
          </a:xfrm>
          <a:prstGeom prst="rect">
            <a:avLst/>
          </a:prstGeom>
          <a:noFill/>
        </p:spPr>
        <p:txBody>
          <a:bodyPr wrap="none" rtlCol="0">
            <a:spAutoFit/>
          </a:bodyPr>
          <a:lstStyle/>
          <a:p>
            <a:r>
              <a:rPr lang="es-ES" sz="2400" b="1" dirty="0"/>
              <a:t>&lt;p&gt;</a:t>
            </a:r>
            <a:r>
              <a:rPr lang="es-ES" sz="2400" dirty="0"/>
              <a:t> -&gt; Etiqueta de párrafo</a:t>
            </a:r>
          </a:p>
          <a:p>
            <a:r>
              <a:rPr lang="es-ES" sz="2400" dirty="0"/>
              <a:t>El texto puede quedar distribuido en párrafos.</a:t>
            </a:r>
          </a:p>
          <a:p>
            <a:r>
              <a:rPr lang="es-ES" sz="2400" dirty="0"/>
              <a:t>Cada párrafo en HTML se compone de una única línea de texto.</a:t>
            </a:r>
          </a:p>
          <a:p>
            <a:r>
              <a:rPr lang="es-ES" sz="2400" dirty="0"/>
              <a:t>El navegador se encarga de ajustar al ancho disponible.</a:t>
            </a:r>
          </a:p>
          <a:p>
            <a:endParaRPr lang="es-ES" sz="2400" dirty="0"/>
          </a:p>
          <a:p>
            <a:r>
              <a:rPr lang="es-ES" sz="2400" b="1" dirty="0"/>
              <a:t>&lt;</a:t>
            </a:r>
            <a:r>
              <a:rPr lang="es-ES" sz="2400" b="1" dirty="0" err="1"/>
              <a:t>br</a:t>
            </a:r>
            <a:r>
              <a:rPr lang="es-ES" sz="2400" b="1" dirty="0"/>
              <a:t>&gt; </a:t>
            </a:r>
            <a:r>
              <a:rPr lang="es-ES" sz="2400" dirty="0"/>
              <a:t>etiqueta de salto.</a:t>
            </a:r>
          </a:p>
          <a:p>
            <a:r>
              <a:rPr lang="es-ES" sz="2400" dirty="0"/>
              <a:t>Se usa para introducir un salto de línea.</a:t>
            </a:r>
          </a:p>
          <a:p>
            <a:endParaRPr lang="es-ES" sz="2400" dirty="0"/>
          </a:p>
        </p:txBody>
      </p:sp>
    </p:spTree>
    <p:extLst>
      <p:ext uri="{BB962C8B-B14F-4D97-AF65-F5344CB8AC3E}">
        <p14:creationId xmlns:p14="http://schemas.microsoft.com/office/powerpoint/2010/main" val="3565079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4" name="CuadroTexto 3">
            <a:extLst>
              <a:ext uri="{FF2B5EF4-FFF2-40B4-BE49-F238E27FC236}">
                <a16:creationId xmlns:a16="http://schemas.microsoft.com/office/drawing/2014/main" id="{BEBEF779-D925-BCDC-77F0-73A838617DDD}"/>
              </a:ext>
            </a:extLst>
          </p:cNvPr>
          <p:cNvSpPr txBox="1"/>
          <p:nvPr/>
        </p:nvSpPr>
        <p:spPr>
          <a:xfrm>
            <a:off x="551622" y="1497496"/>
            <a:ext cx="8580490" cy="2677656"/>
          </a:xfrm>
          <a:prstGeom prst="rect">
            <a:avLst/>
          </a:prstGeom>
          <a:noFill/>
        </p:spPr>
        <p:txBody>
          <a:bodyPr wrap="none" rtlCol="0">
            <a:spAutoFit/>
          </a:bodyPr>
          <a:lstStyle/>
          <a:p>
            <a:r>
              <a:rPr lang="es-ES" sz="2400" b="1" dirty="0"/>
              <a:t>&lt;</a:t>
            </a:r>
            <a:r>
              <a:rPr lang="es-ES" sz="2400" b="1" dirty="0" err="1"/>
              <a:t>hr</a:t>
            </a:r>
            <a:r>
              <a:rPr lang="es-ES" sz="2400" b="1" dirty="0"/>
              <a:t>&gt; </a:t>
            </a:r>
            <a:r>
              <a:rPr lang="es-ES" sz="2400" dirty="0"/>
              <a:t>-&gt; introduce una línea de división</a:t>
            </a:r>
          </a:p>
          <a:p>
            <a:endParaRPr lang="es-ES" sz="2400" dirty="0"/>
          </a:p>
          <a:p>
            <a:r>
              <a:rPr lang="es-ES" sz="2400" b="1" dirty="0"/>
              <a:t>&lt;pre&gt; </a:t>
            </a:r>
            <a:r>
              <a:rPr lang="es-ES" sz="2400" dirty="0"/>
              <a:t>Representa un texto tal y como está en el documento HTML, </a:t>
            </a:r>
          </a:p>
          <a:p>
            <a:r>
              <a:rPr lang="es-ES" sz="2400" dirty="0"/>
              <a:t>Respetando tabulaciones, saltos de línea y espacios múltiples. </a:t>
            </a:r>
          </a:p>
          <a:p>
            <a:endParaRPr lang="es-ES" sz="2400" dirty="0"/>
          </a:p>
          <a:p>
            <a:r>
              <a:rPr lang="es-ES" sz="2400" dirty="0"/>
              <a:t>Nota: Si queremos introducir un espacio en </a:t>
            </a:r>
            <a:r>
              <a:rPr lang="es-ES" sz="2400" dirty="0" err="1"/>
              <a:t>html</a:t>
            </a:r>
            <a:r>
              <a:rPr lang="es-ES" sz="2400" dirty="0"/>
              <a:t> usamos la entidad</a:t>
            </a:r>
          </a:p>
          <a:p>
            <a:r>
              <a:rPr lang="es-ES" sz="2400" b="1" dirty="0"/>
              <a:t>&amp;</a:t>
            </a:r>
            <a:r>
              <a:rPr lang="es-ES" sz="2400" b="1" dirty="0" err="1"/>
              <a:t>nbsp</a:t>
            </a:r>
            <a:r>
              <a:rPr lang="es-ES" sz="2400" b="1" dirty="0"/>
              <a:t>;</a:t>
            </a:r>
          </a:p>
        </p:txBody>
      </p:sp>
    </p:spTree>
    <p:extLst>
      <p:ext uri="{BB962C8B-B14F-4D97-AF65-F5344CB8AC3E}">
        <p14:creationId xmlns:p14="http://schemas.microsoft.com/office/powerpoint/2010/main" val="501157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4" name="CuadroTexto 3">
            <a:extLst>
              <a:ext uri="{FF2B5EF4-FFF2-40B4-BE49-F238E27FC236}">
                <a16:creationId xmlns:a16="http://schemas.microsoft.com/office/drawing/2014/main" id="{BEBEF779-D925-BCDC-77F0-73A838617DDD}"/>
              </a:ext>
            </a:extLst>
          </p:cNvPr>
          <p:cNvSpPr txBox="1"/>
          <p:nvPr/>
        </p:nvSpPr>
        <p:spPr>
          <a:xfrm>
            <a:off x="551622" y="1497496"/>
            <a:ext cx="7280391" cy="1200329"/>
          </a:xfrm>
          <a:prstGeom prst="rect">
            <a:avLst/>
          </a:prstGeom>
          <a:noFill/>
        </p:spPr>
        <p:txBody>
          <a:bodyPr wrap="none" rtlCol="0">
            <a:spAutoFit/>
          </a:bodyPr>
          <a:lstStyle/>
          <a:p>
            <a:r>
              <a:rPr lang="es-ES" sz="2400" dirty="0"/>
              <a:t>Actividad. Muestra el siguiente contenido de dos formas:</a:t>
            </a:r>
          </a:p>
          <a:p>
            <a:pPr marL="457200" indent="-457200">
              <a:buAutoNum type="arabicPeriod"/>
            </a:pPr>
            <a:r>
              <a:rPr lang="es-ES" sz="2400" b="1" dirty="0"/>
              <a:t>Usando la etiqueta pre</a:t>
            </a:r>
          </a:p>
          <a:p>
            <a:pPr marL="457200" indent="-457200">
              <a:buAutoNum type="arabicPeriod"/>
            </a:pPr>
            <a:r>
              <a:rPr lang="es-ES" sz="2400" b="1" dirty="0"/>
              <a:t>Usando la etiqueta p sin usar la etiqueta pre</a:t>
            </a:r>
          </a:p>
        </p:txBody>
      </p:sp>
      <p:pic>
        <p:nvPicPr>
          <p:cNvPr id="5" name="Imagen 4">
            <a:extLst>
              <a:ext uri="{FF2B5EF4-FFF2-40B4-BE49-F238E27FC236}">
                <a16:creationId xmlns:a16="http://schemas.microsoft.com/office/drawing/2014/main" id="{9E45F018-BD61-9911-1B73-C29A1F8F0E0F}"/>
              </a:ext>
            </a:extLst>
          </p:cNvPr>
          <p:cNvPicPr>
            <a:picLocks noChangeAspect="1"/>
          </p:cNvPicPr>
          <p:nvPr/>
        </p:nvPicPr>
        <p:blipFill rotWithShape="1">
          <a:blip r:embed="rId3"/>
          <a:srcRect t="25393" b="-23567"/>
          <a:stretch/>
        </p:blipFill>
        <p:spPr>
          <a:xfrm>
            <a:off x="1563436" y="2988000"/>
            <a:ext cx="6145927" cy="1672800"/>
          </a:xfrm>
          <a:prstGeom prst="rect">
            <a:avLst/>
          </a:prstGeom>
          <a:ln>
            <a:solidFill>
              <a:schemeClr val="accent1"/>
            </a:solidFill>
          </a:ln>
        </p:spPr>
      </p:pic>
    </p:spTree>
    <p:extLst>
      <p:ext uri="{BB962C8B-B14F-4D97-AF65-F5344CB8AC3E}">
        <p14:creationId xmlns:p14="http://schemas.microsoft.com/office/powerpoint/2010/main" val="1156572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3" name="CuadroTexto 2">
            <a:extLst>
              <a:ext uri="{FF2B5EF4-FFF2-40B4-BE49-F238E27FC236}">
                <a16:creationId xmlns:a16="http://schemas.microsoft.com/office/drawing/2014/main" id="{067DB174-E485-DA5F-BC85-8B165E2AFDEA}"/>
              </a:ext>
            </a:extLst>
          </p:cNvPr>
          <p:cNvSpPr txBox="1"/>
          <p:nvPr/>
        </p:nvSpPr>
        <p:spPr>
          <a:xfrm>
            <a:off x="594360" y="1287780"/>
            <a:ext cx="8809528" cy="923330"/>
          </a:xfrm>
          <a:prstGeom prst="rect">
            <a:avLst/>
          </a:prstGeom>
          <a:noFill/>
        </p:spPr>
        <p:txBody>
          <a:bodyPr wrap="none" rtlCol="0">
            <a:spAutoFit/>
          </a:bodyPr>
          <a:lstStyle/>
          <a:p>
            <a:r>
              <a:rPr lang="es-ES" dirty="0"/>
              <a:t>El elemento pre también puede ser muy útil cuando añadimos por ejemplo código de algún </a:t>
            </a:r>
          </a:p>
          <a:p>
            <a:r>
              <a:rPr lang="es-ES" dirty="0"/>
              <a:t>script o lenguaje de programación ya que como es una buena práctica formatear el código,</a:t>
            </a:r>
          </a:p>
          <a:p>
            <a:r>
              <a:rPr lang="es-ES" dirty="0"/>
              <a:t> es posible que encontremos saltos de línea, tabulaciones, etc.</a:t>
            </a:r>
          </a:p>
        </p:txBody>
      </p:sp>
      <p:pic>
        <p:nvPicPr>
          <p:cNvPr id="9" name="Imagen 8">
            <a:extLst>
              <a:ext uri="{FF2B5EF4-FFF2-40B4-BE49-F238E27FC236}">
                <a16:creationId xmlns:a16="http://schemas.microsoft.com/office/drawing/2014/main" id="{4861B163-D37C-7292-D727-2E3D5C15995F}"/>
              </a:ext>
            </a:extLst>
          </p:cNvPr>
          <p:cNvPicPr>
            <a:picLocks noChangeAspect="1"/>
          </p:cNvPicPr>
          <p:nvPr/>
        </p:nvPicPr>
        <p:blipFill>
          <a:blip r:embed="rId3"/>
          <a:stretch>
            <a:fillRect/>
          </a:stretch>
        </p:blipFill>
        <p:spPr>
          <a:xfrm>
            <a:off x="1097213" y="2270152"/>
            <a:ext cx="7178107" cy="2973301"/>
          </a:xfrm>
          <a:prstGeom prst="rect">
            <a:avLst/>
          </a:prstGeom>
        </p:spPr>
      </p:pic>
    </p:spTree>
    <p:extLst>
      <p:ext uri="{BB962C8B-B14F-4D97-AF65-F5344CB8AC3E}">
        <p14:creationId xmlns:p14="http://schemas.microsoft.com/office/powerpoint/2010/main" val="118135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493788"/>
            <a:ext cx="7675245" cy="2585323"/>
          </a:xfrm>
          <a:prstGeom prst="rect">
            <a:avLst/>
          </a:prstGeom>
          <a:noFill/>
        </p:spPr>
        <p:txBody>
          <a:bodyPr wrap="square">
            <a:spAutoFit/>
          </a:bodyPr>
          <a:lstStyle/>
          <a:p>
            <a:r>
              <a:rPr lang="es-ES" dirty="0"/>
              <a:t>Existen etiquetas para estilos de fuente, no obstante se recomienda utilizar </a:t>
            </a:r>
            <a:r>
              <a:rPr lang="es-ES" dirty="0" err="1"/>
              <a:t>css</a:t>
            </a:r>
            <a:r>
              <a:rPr lang="es-ES" dirty="0"/>
              <a:t> para ello</a:t>
            </a:r>
          </a:p>
          <a:p>
            <a:r>
              <a:rPr lang="es-ES" b="1" dirty="0"/>
              <a:t>&lt;</a:t>
            </a:r>
            <a:r>
              <a:rPr lang="es-ES" b="1" dirty="0" err="1"/>
              <a:t>strong</a:t>
            </a:r>
            <a:r>
              <a:rPr lang="es-ES" b="1" dirty="0"/>
              <a:t>&gt;</a:t>
            </a:r>
            <a:r>
              <a:rPr lang="es-ES" dirty="0"/>
              <a:t> -&gt; negrita</a:t>
            </a:r>
          </a:p>
          <a:p>
            <a:r>
              <a:rPr lang="es-ES" b="1" dirty="0"/>
              <a:t>&lt;em&gt; </a:t>
            </a:r>
            <a:r>
              <a:rPr lang="es-ES" dirty="0"/>
              <a:t>-&gt; itálica o cursiva </a:t>
            </a:r>
          </a:p>
          <a:p>
            <a:r>
              <a:rPr lang="es-ES" b="1" dirty="0"/>
              <a:t>&lt;</a:t>
            </a:r>
            <a:r>
              <a:rPr lang="es-ES" b="1" dirty="0" err="1"/>
              <a:t>big</a:t>
            </a:r>
            <a:r>
              <a:rPr lang="es-ES" b="1" dirty="0"/>
              <a:t>&gt; </a:t>
            </a:r>
            <a:r>
              <a:rPr lang="es-ES" dirty="0"/>
              <a:t>-&gt; tamaño grande</a:t>
            </a:r>
          </a:p>
          <a:p>
            <a:r>
              <a:rPr lang="es-ES" b="1" dirty="0"/>
              <a:t>&lt;</a:t>
            </a:r>
            <a:r>
              <a:rPr lang="es-ES" b="1" dirty="0" err="1"/>
              <a:t>small</a:t>
            </a:r>
            <a:r>
              <a:rPr lang="es-ES" b="1" dirty="0"/>
              <a:t>&gt; </a:t>
            </a:r>
            <a:r>
              <a:rPr lang="es-ES" dirty="0"/>
              <a:t>-&gt; tamaño pequeño</a:t>
            </a:r>
          </a:p>
          <a:p>
            <a:r>
              <a:rPr lang="es-ES" b="1" dirty="0"/>
              <a:t>&lt;del&gt; </a:t>
            </a:r>
            <a:r>
              <a:rPr lang="es-ES" dirty="0"/>
              <a:t>-&gt; texto tachado mediante una línea a media altura.</a:t>
            </a:r>
          </a:p>
          <a:p>
            <a:r>
              <a:rPr lang="es-ES" b="1" dirty="0"/>
              <a:t>&lt;u&gt; </a:t>
            </a:r>
            <a:r>
              <a:rPr lang="es-ES" dirty="0"/>
              <a:t>-&gt; subrayado con una línea por debajo.</a:t>
            </a:r>
          </a:p>
          <a:p>
            <a:r>
              <a:rPr lang="es-ES" b="1" dirty="0"/>
              <a:t>&lt;</a:t>
            </a:r>
            <a:r>
              <a:rPr lang="es-ES" b="1" dirty="0" err="1"/>
              <a:t>mark</a:t>
            </a:r>
            <a:r>
              <a:rPr lang="es-ES" b="1" dirty="0"/>
              <a:t>&gt; </a:t>
            </a:r>
            <a:r>
              <a:rPr lang="es-ES" dirty="0"/>
              <a:t>-&gt; texto resaltado</a:t>
            </a:r>
          </a:p>
        </p:txBody>
      </p:sp>
    </p:spTree>
    <p:extLst>
      <p:ext uri="{BB962C8B-B14F-4D97-AF65-F5344CB8AC3E}">
        <p14:creationId xmlns:p14="http://schemas.microsoft.com/office/powerpoint/2010/main" val="2913284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493788"/>
            <a:ext cx="7675245" cy="3139321"/>
          </a:xfrm>
          <a:prstGeom prst="rect">
            <a:avLst/>
          </a:prstGeom>
          <a:noFill/>
        </p:spPr>
        <p:txBody>
          <a:bodyPr wrap="square">
            <a:spAutoFit/>
          </a:bodyPr>
          <a:lstStyle/>
          <a:p>
            <a:r>
              <a:rPr lang="es-ES" dirty="0"/>
              <a:t>Si buscamos información en internet es posible que encontremos etiquetas deprecadas del estilo de fuente. Se dice que una etiqueta es deprecada cuando se deja de utilizar o se sustituye por otra en/a partir de una nueva versión.</a:t>
            </a:r>
          </a:p>
          <a:p>
            <a:endParaRPr lang="es-ES" dirty="0"/>
          </a:p>
          <a:p>
            <a:r>
              <a:rPr lang="es-ES" dirty="0"/>
              <a:t>Por ejemplo se utilizaba &lt;b&gt; en vez de &lt;</a:t>
            </a:r>
            <a:r>
              <a:rPr lang="es-ES" dirty="0" err="1"/>
              <a:t>strong</a:t>
            </a:r>
            <a:r>
              <a:rPr lang="es-ES" dirty="0"/>
              <a:t>&gt; en </a:t>
            </a:r>
            <a:r>
              <a:rPr lang="es-ES" dirty="0" err="1"/>
              <a:t>html</a:t>
            </a:r>
            <a:r>
              <a:rPr lang="es-ES" dirty="0"/>
              <a:t> 4.1.</a:t>
            </a:r>
          </a:p>
          <a:p>
            <a:endParaRPr lang="es-ES" dirty="0"/>
          </a:p>
          <a:p>
            <a:r>
              <a:rPr lang="es-ES" dirty="0"/>
              <a:t>Es por ello que es importante mirar la documentación y las versiones que estemos utilizando. Con los lenguajes de programación pasa exactamente lo mismo. Cuando un lenguaje de programación lanza una nueva versión hay funciones nuevas y funciones deprecadas (se dejan de utilizar o se cambian en favor de otras) </a:t>
            </a:r>
          </a:p>
        </p:txBody>
      </p:sp>
    </p:spTree>
    <p:extLst>
      <p:ext uri="{BB962C8B-B14F-4D97-AF65-F5344CB8AC3E}">
        <p14:creationId xmlns:p14="http://schemas.microsoft.com/office/powerpoint/2010/main" val="1416410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493788"/>
            <a:ext cx="7675245" cy="1200329"/>
          </a:xfrm>
          <a:prstGeom prst="rect">
            <a:avLst/>
          </a:prstGeom>
          <a:noFill/>
        </p:spPr>
        <p:txBody>
          <a:bodyPr wrap="square">
            <a:spAutoFit/>
          </a:bodyPr>
          <a:lstStyle/>
          <a:p>
            <a:r>
              <a:rPr lang="es-ES" dirty="0"/>
              <a:t>Actividad</a:t>
            </a:r>
          </a:p>
          <a:p>
            <a:r>
              <a:rPr lang="es-ES" dirty="0"/>
              <a:t>Crea el siguiente documento </a:t>
            </a:r>
            <a:r>
              <a:rPr lang="es-ES" dirty="0" err="1"/>
              <a:t>html</a:t>
            </a:r>
            <a:r>
              <a:rPr lang="es-ES" dirty="0"/>
              <a:t>:</a:t>
            </a:r>
          </a:p>
          <a:p>
            <a:endParaRPr lang="es-ES" dirty="0"/>
          </a:p>
          <a:p>
            <a:endParaRPr lang="es-ES" dirty="0"/>
          </a:p>
        </p:txBody>
      </p:sp>
      <p:pic>
        <p:nvPicPr>
          <p:cNvPr id="4" name="Imagen 3">
            <a:extLst>
              <a:ext uri="{FF2B5EF4-FFF2-40B4-BE49-F238E27FC236}">
                <a16:creationId xmlns:a16="http://schemas.microsoft.com/office/drawing/2014/main" id="{FABB0DAF-F9AE-D7E3-AB64-0F5410CBA9F1}"/>
              </a:ext>
            </a:extLst>
          </p:cNvPr>
          <p:cNvPicPr>
            <a:picLocks noChangeAspect="1"/>
          </p:cNvPicPr>
          <p:nvPr/>
        </p:nvPicPr>
        <p:blipFill>
          <a:blip r:embed="rId3"/>
          <a:stretch>
            <a:fillRect/>
          </a:stretch>
        </p:blipFill>
        <p:spPr>
          <a:xfrm>
            <a:off x="2525361" y="2254169"/>
            <a:ext cx="5029902" cy="1162212"/>
          </a:xfrm>
          <a:prstGeom prst="rect">
            <a:avLst/>
          </a:prstGeom>
          <a:ln>
            <a:solidFill>
              <a:schemeClr val="accent1"/>
            </a:solidFill>
          </a:ln>
        </p:spPr>
      </p:pic>
    </p:spTree>
    <p:extLst>
      <p:ext uri="{BB962C8B-B14F-4D97-AF65-F5344CB8AC3E}">
        <p14:creationId xmlns:p14="http://schemas.microsoft.com/office/powerpoint/2010/main" val="23247388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661428"/>
            <a:ext cx="7675245" cy="646331"/>
          </a:xfrm>
          <a:prstGeom prst="rect">
            <a:avLst/>
          </a:prstGeom>
          <a:noFill/>
        </p:spPr>
        <p:txBody>
          <a:bodyPr wrap="square">
            <a:spAutoFit/>
          </a:bodyPr>
          <a:lstStyle/>
          <a:p>
            <a:r>
              <a:rPr lang="es-ES" b="1" dirty="0"/>
              <a:t>&lt;</a:t>
            </a:r>
            <a:r>
              <a:rPr lang="es-ES" b="1" dirty="0" err="1"/>
              <a:t>img</a:t>
            </a:r>
            <a:r>
              <a:rPr lang="es-ES" b="1" dirty="0"/>
              <a:t>&gt; </a:t>
            </a:r>
            <a:r>
              <a:rPr lang="es-ES" dirty="0"/>
              <a:t>Añadir imágenes al documento.</a:t>
            </a:r>
          </a:p>
          <a:p>
            <a:endParaRPr lang="es-ES" dirty="0"/>
          </a:p>
        </p:txBody>
      </p:sp>
      <p:sp>
        <p:nvSpPr>
          <p:cNvPr id="5" name="CuadroTexto 4">
            <a:extLst>
              <a:ext uri="{FF2B5EF4-FFF2-40B4-BE49-F238E27FC236}">
                <a16:creationId xmlns:a16="http://schemas.microsoft.com/office/drawing/2014/main" id="{ADD974AD-624F-A6EB-F990-2FACC3847404}"/>
              </a:ext>
            </a:extLst>
          </p:cNvPr>
          <p:cNvSpPr txBox="1"/>
          <p:nvPr/>
        </p:nvSpPr>
        <p:spPr>
          <a:xfrm>
            <a:off x="1014454" y="2412646"/>
            <a:ext cx="7136959" cy="2031325"/>
          </a:xfrm>
          <a:prstGeom prst="rect">
            <a:avLst/>
          </a:prstGeom>
          <a:noFill/>
          <a:ln>
            <a:solidFill>
              <a:schemeClr val="accent1"/>
            </a:solidFill>
          </a:ln>
        </p:spPr>
        <p:txBody>
          <a:bodyPr wrap="square">
            <a:spAutoFit/>
          </a:bodyPr>
          <a:lstStyle/>
          <a:p>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DOCTYPE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html</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html</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head</a:t>
            </a:r>
            <a:r>
              <a:rPr lang="en-US" b="0" dirty="0">
                <a:solidFill>
                  <a:srgbClr val="808080"/>
                </a:solidFill>
                <a:effectLst/>
                <a:latin typeface="Consolas" panose="020B0609020204030204" pitchFamily="49" charset="0"/>
              </a:rPr>
              <a:t>&gt;&lt;/</a:t>
            </a:r>
            <a:r>
              <a:rPr lang="en-US" b="0" dirty="0">
                <a:solidFill>
                  <a:srgbClr val="569CD6"/>
                </a:solidFill>
                <a:effectLst/>
                <a:latin typeface="Consolas" panose="020B0609020204030204" pitchFamily="49" charset="0"/>
              </a:rPr>
              <a:t>head</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body</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569CD6"/>
                </a:solidFill>
                <a:effectLst/>
                <a:latin typeface="Consolas" panose="020B0609020204030204" pitchFamily="49" charset="0"/>
              </a:rPr>
              <a:t>img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src</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"https://loremflickr.com/320/240/dog"</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body</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html</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049401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493788"/>
            <a:ext cx="7675245" cy="3970318"/>
          </a:xfrm>
          <a:prstGeom prst="rect">
            <a:avLst/>
          </a:prstGeom>
          <a:noFill/>
        </p:spPr>
        <p:txBody>
          <a:bodyPr wrap="square">
            <a:spAutoFit/>
          </a:bodyPr>
          <a:lstStyle/>
          <a:p>
            <a:r>
              <a:rPr lang="es-ES" dirty="0"/>
              <a:t>Páginas “</a:t>
            </a:r>
            <a:r>
              <a:rPr lang="es-ES" dirty="0" err="1"/>
              <a:t>placeholder</a:t>
            </a:r>
            <a:r>
              <a:rPr lang="es-ES" dirty="0"/>
              <a:t>”: En el desarrollo inicial  de una web, el contenido (imágenes y texto) que se añada es lo de menos ya que lo más prioritario es la creación de la estructura y poder ver como va quedando nuestro documento web. Existen páginas que nos facilitan imágenes y texto para ello.</a:t>
            </a:r>
          </a:p>
          <a:p>
            <a:pPr algn="ctr"/>
            <a:endParaRPr lang="es-ES" dirty="0"/>
          </a:p>
          <a:p>
            <a:pPr algn="ctr"/>
            <a:r>
              <a:rPr lang="es-ES" dirty="0">
                <a:hlinkClick r:id="rId3"/>
              </a:rPr>
              <a:t>https://loremflickr.com/</a:t>
            </a:r>
            <a:endParaRPr lang="es-ES" dirty="0"/>
          </a:p>
          <a:p>
            <a:pPr algn="ctr"/>
            <a:endParaRPr lang="es-ES" dirty="0"/>
          </a:p>
          <a:p>
            <a:pPr algn="ctr"/>
            <a:r>
              <a:rPr lang="es-ES" dirty="0">
                <a:hlinkClick r:id="rId4"/>
              </a:rPr>
              <a:t>https://placekitten.com/</a:t>
            </a:r>
            <a:endParaRPr lang="es-ES" dirty="0"/>
          </a:p>
          <a:p>
            <a:pPr algn="ctr"/>
            <a:endParaRPr lang="es-ES" dirty="0"/>
          </a:p>
          <a:p>
            <a:pPr algn="ctr"/>
            <a:r>
              <a:rPr lang="es-ES" dirty="0">
                <a:hlinkClick r:id="rId5"/>
              </a:rPr>
              <a:t>https://placeholderimage.dev/</a:t>
            </a:r>
            <a:endParaRPr lang="es-ES" dirty="0"/>
          </a:p>
          <a:p>
            <a:pPr algn="ctr"/>
            <a:endParaRPr lang="es-ES" dirty="0"/>
          </a:p>
          <a:p>
            <a:pPr algn="ctr"/>
            <a:r>
              <a:rPr lang="es-ES" dirty="0">
                <a:hlinkClick r:id="rId6"/>
              </a:rPr>
              <a:t>https://es.lipsum.com/</a:t>
            </a:r>
            <a:endParaRPr lang="es-ES" dirty="0"/>
          </a:p>
          <a:p>
            <a:endParaRPr lang="es-ES" dirty="0"/>
          </a:p>
          <a:p>
            <a:endParaRPr lang="es-ES" dirty="0"/>
          </a:p>
        </p:txBody>
      </p:sp>
    </p:spTree>
    <p:extLst>
      <p:ext uri="{BB962C8B-B14F-4D97-AF65-F5344CB8AC3E}">
        <p14:creationId xmlns:p14="http://schemas.microsoft.com/office/powerpoint/2010/main" val="3924262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1011554" y="1661428"/>
            <a:ext cx="7675245" cy="3416320"/>
          </a:xfrm>
          <a:prstGeom prst="rect">
            <a:avLst/>
          </a:prstGeom>
          <a:noFill/>
        </p:spPr>
        <p:txBody>
          <a:bodyPr wrap="square">
            <a:spAutoFit/>
          </a:bodyPr>
          <a:lstStyle/>
          <a:p>
            <a:r>
              <a:rPr lang="es-ES" dirty="0"/>
              <a:t>Algunos atributos interesantes del elemento </a:t>
            </a:r>
            <a:r>
              <a:rPr lang="es-ES" dirty="0" err="1"/>
              <a:t>img</a:t>
            </a:r>
            <a:r>
              <a:rPr lang="es-ES" dirty="0"/>
              <a:t>:</a:t>
            </a:r>
          </a:p>
          <a:p>
            <a:pPr marL="285750" indent="-285750">
              <a:buFont typeface="Arial" panose="020B0604020202020204" pitchFamily="34" charset="0"/>
              <a:buChar char="•"/>
            </a:pPr>
            <a:r>
              <a:rPr lang="es-ES" b="1" dirty="0" err="1"/>
              <a:t>src</a:t>
            </a:r>
            <a:r>
              <a:rPr lang="es-ES" dirty="0"/>
              <a:t> (obligatorio): </a:t>
            </a:r>
            <a:r>
              <a:rPr lang="es-ES" dirty="0" err="1"/>
              <a:t>source</a:t>
            </a:r>
            <a:r>
              <a:rPr lang="es-ES" dirty="0"/>
              <a:t>, es decir la fuente que se va a utilizar</a:t>
            </a:r>
          </a:p>
          <a:p>
            <a:pPr marL="285750" indent="-285750">
              <a:buFont typeface="Arial" panose="020B0604020202020204" pitchFamily="34" charset="0"/>
              <a:buChar char="•"/>
            </a:pPr>
            <a:r>
              <a:rPr lang="es-ES" dirty="0"/>
              <a:t>Es posible cambiar el tamaño de la imagen con los atributos </a:t>
            </a:r>
            <a:r>
              <a:rPr lang="es-ES" b="1" dirty="0" err="1"/>
              <a:t>height</a:t>
            </a:r>
            <a:r>
              <a:rPr lang="es-ES" dirty="0"/>
              <a:t> y </a:t>
            </a:r>
            <a:r>
              <a:rPr lang="es-ES" b="1" dirty="0" err="1"/>
              <a:t>width</a:t>
            </a:r>
            <a:endParaRPr lang="es-ES" b="1" dirty="0"/>
          </a:p>
          <a:p>
            <a:pPr marL="285750" indent="-285750">
              <a:buFont typeface="Arial" panose="020B0604020202020204" pitchFamily="34" charset="0"/>
              <a:buChar char="•"/>
            </a:pPr>
            <a:r>
              <a:rPr lang="es-ES" b="1" dirty="0" err="1"/>
              <a:t>alt</a:t>
            </a:r>
            <a:r>
              <a:rPr lang="es-ES" b="1" dirty="0"/>
              <a:t>:  </a:t>
            </a:r>
            <a:r>
              <a:rPr lang="es-ES" dirty="0"/>
              <a:t>texto alternativo que describe la imagen. Este texto es lo que verán los usuarios si la URL de la imagen es errónea o la imagen tiene un formato no soportado o si la imagen aún no se ha descargado.</a:t>
            </a:r>
          </a:p>
          <a:p>
            <a:pPr marL="285750" indent="-285750">
              <a:buFont typeface="Arial" panose="020B0604020202020204" pitchFamily="34" charset="0"/>
              <a:buChar char="•"/>
            </a:pPr>
            <a:r>
              <a:rPr lang="es-ES" b="1" dirty="0" err="1"/>
              <a:t>srcset</a:t>
            </a:r>
            <a:r>
              <a:rPr lang="es-ES" dirty="0"/>
              <a:t>: Permite especificar diferentes tipos de </a:t>
            </a:r>
            <a:r>
              <a:rPr lang="es-ES" dirty="0" err="1"/>
              <a:t>imágenespara</a:t>
            </a:r>
            <a:r>
              <a:rPr lang="es-ES" dirty="0"/>
              <a:t> diferentes tamaños de pantalla/orientación/tipos de pantalla.</a:t>
            </a:r>
          </a:p>
          <a:p>
            <a:pPr marL="285750" indent="-285750">
              <a:buFont typeface="Arial" panose="020B0604020202020204" pitchFamily="34" charset="0"/>
              <a:buChar char="•"/>
            </a:pPr>
            <a:r>
              <a:rPr lang="es-ES" b="1" dirty="0" err="1"/>
              <a:t>border</a:t>
            </a:r>
            <a:r>
              <a:rPr lang="es-ES" b="1" dirty="0"/>
              <a:t>: </a:t>
            </a:r>
            <a:r>
              <a:rPr lang="es-ES" dirty="0"/>
              <a:t>Se añade un borde a la imagen</a:t>
            </a:r>
          </a:p>
          <a:p>
            <a:pPr marL="285750" indent="-285750">
              <a:buFont typeface="Arial" panose="020B0604020202020204" pitchFamily="34" charset="0"/>
              <a:buChar char="•"/>
            </a:pPr>
            <a:r>
              <a:rPr lang="es-ES" b="1" dirty="0" err="1"/>
              <a:t>width</a:t>
            </a:r>
            <a:r>
              <a:rPr lang="es-ES" dirty="0"/>
              <a:t>: Ancho de la imagen</a:t>
            </a:r>
          </a:p>
          <a:p>
            <a:pPr marL="285750" indent="-285750">
              <a:buFont typeface="Arial" panose="020B0604020202020204" pitchFamily="34" charset="0"/>
              <a:buChar char="•"/>
            </a:pPr>
            <a:r>
              <a:rPr lang="es-ES" b="1" dirty="0" err="1"/>
              <a:t>Height</a:t>
            </a:r>
            <a:r>
              <a:rPr lang="es-ES" b="1" dirty="0"/>
              <a:t>: </a:t>
            </a:r>
            <a:r>
              <a:rPr lang="es-ES" dirty="0"/>
              <a:t>Altura de la imagen</a:t>
            </a:r>
          </a:p>
          <a:p>
            <a:endParaRPr lang="es-ES" dirty="0"/>
          </a:p>
        </p:txBody>
      </p:sp>
    </p:spTree>
    <p:extLst>
      <p:ext uri="{BB962C8B-B14F-4D97-AF65-F5344CB8AC3E}">
        <p14:creationId xmlns:p14="http://schemas.microsoft.com/office/powerpoint/2010/main" val="400961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Medidas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340994" y="3414028"/>
            <a:ext cx="7675245" cy="646331"/>
          </a:xfrm>
          <a:prstGeom prst="rect">
            <a:avLst/>
          </a:prstGeom>
          <a:noFill/>
        </p:spPr>
        <p:txBody>
          <a:bodyPr wrap="square">
            <a:spAutoFit/>
          </a:bodyPr>
          <a:lstStyle/>
          <a:p>
            <a:r>
              <a:rPr lang="es-ES" dirty="0">
                <a:hlinkClick r:id="rId3"/>
              </a:rPr>
              <a:t>https://developer.mozilla.org/es/docs/Learn/CSS/Building_blocks/Values_and_units</a:t>
            </a:r>
            <a:endParaRPr lang="es-ES" dirty="0"/>
          </a:p>
        </p:txBody>
      </p:sp>
      <p:sp>
        <p:nvSpPr>
          <p:cNvPr id="4" name="CuadroTexto 3">
            <a:extLst>
              <a:ext uri="{FF2B5EF4-FFF2-40B4-BE49-F238E27FC236}">
                <a16:creationId xmlns:a16="http://schemas.microsoft.com/office/drawing/2014/main" id="{2B31A349-1AB5-7F7F-44C2-76D0130F9B5F}"/>
              </a:ext>
            </a:extLst>
          </p:cNvPr>
          <p:cNvSpPr txBox="1"/>
          <p:nvPr/>
        </p:nvSpPr>
        <p:spPr>
          <a:xfrm>
            <a:off x="428793" y="736520"/>
            <a:ext cx="9484828" cy="2862322"/>
          </a:xfrm>
          <a:prstGeom prst="rect">
            <a:avLst/>
          </a:prstGeom>
          <a:noFill/>
        </p:spPr>
        <p:txBody>
          <a:bodyPr wrap="square" rtlCol="0">
            <a:spAutoFit/>
          </a:bodyPr>
          <a:lstStyle/>
          <a:p>
            <a:endParaRPr lang="es-ES" dirty="0">
              <a:solidFill>
                <a:schemeClr val="tx2"/>
              </a:solidFill>
              <a:latin typeface="Cambria" panose="02040503050406030204" pitchFamily="18" charset="0"/>
            </a:endParaRPr>
          </a:p>
          <a:p>
            <a:endParaRPr lang="es-ES" dirty="0"/>
          </a:p>
          <a:p>
            <a:r>
              <a:rPr lang="es-ES" dirty="0">
                <a:solidFill>
                  <a:schemeClr val="tx2"/>
                </a:solidFill>
                <a:latin typeface="Cambria" panose="02040503050406030204" pitchFamily="18" charset="0"/>
              </a:rPr>
              <a:t>En </a:t>
            </a:r>
            <a:r>
              <a:rPr lang="es-ES" dirty="0" err="1">
                <a:solidFill>
                  <a:schemeClr val="tx2"/>
                </a:solidFill>
                <a:latin typeface="Cambria" panose="02040503050406030204" pitchFamily="18" charset="0"/>
              </a:rPr>
              <a:t>html</a:t>
            </a:r>
            <a:r>
              <a:rPr lang="es-ES" dirty="0">
                <a:solidFill>
                  <a:schemeClr val="tx2"/>
                </a:solidFill>
                <a:latin typeface="Cambria" panose="02040503050406030204" pitchFamily="18" charset="0"/>
              </a:rPr>
              <a:t> y en  </a:t>
            </a:r>
            <a:r>
              <a:rPr lang="es-ES" dirty="0" err="1">
                <a:solidFill>
                  <a:schemeClr val="tx2"/>
                </a:solidFill>
                <a:latin typeface="Cambria" panose="02040503050406030204" pitchFamily="18" charset="0"/>
              </a:rPr>
              <a:t>css</a:t>
            </a:r>
            <a:r>
              <a:rPr lang="es-ES" dirty="0">
                <a:solidFill>
                  <a:schemeClr val="tx2"/>
                </a:solidFill>
                <a:latin typeface="Cambria" panose="02040503050406030204" pitchFamily="18" charset="0"/>
              </a:rPr>
              <a:t>, las unidades de medida se agrupan en absolutas y relativas.</a:t>
            </a:r>
          </a:p>
          <a:p>
            <a:endParaRPr lang="es-ES" dirty="0">
              <a:solidFill>
                <a:schemeClr val="tx2"/>
              </a:solidFill>
              <a:latin typeface="Cambria" panose="02040503050406030204" pitchFamily="18" charset="0"/>
            </a:endParaRPr>
          </a:p>
          <a:p>
            <a:r>
              <a:rPr lang="es-ES" dirty="0">
                <a:solidFill>
                  <a:schemeClr val="tx2"/>
                </a:solidFill>
                <a:latin typeface="Cambria" panose="02040503050406030204" pitchFamily="18" charset="0"/>
              </a:rPr>
              <a:t>Las relativas definen su valor respecto a otra medida, por ejemplo al tamaño de letra del elemento principal o el tamaño de la ventana gráfica. Las absolutas indican de forma completa el valor</a:t>
            </a:r>
          </a:p>
          <a:p>
            <a:endParaRPr lang="es-ES" dirty="0">
              <a:solidFill>
                <a:schemeClr val="tx2"/>
              </a:solidFill>
              <a:latin typeface="Cambria" panose="02040503050406030204" pitchFamily="18" charset="0"/>
            </a:endParaRPr>
          </a:p>
          <a:p>
            <a:r>
              <a:rPr lang="es-ES" dirty="0">
                <a:solidFill>
                  <a:schemeClr val="tx2"/>
                </a:solidFill>
                <a:latin typeface="Cambria" panose="02040503050406030204" pitchFamily="18" charset="0"/>
              </a:rPr>
              <a:t>Es altamente recomendable que le echéis un vistazo a este enlace:</a:t>
            </a:r>
          </a:p>
          <a:p>
            <a:endParaRPr lang="es-ES" dirty="0">
              <a:solidFill>
                <a:schemeClr val="tx2"/>
              </a:solidFill>
              <a:latin typeface="Cambria" panose="02040503050406030204" pitchFamily="18" charset="0"/>
            </a:endParaRPr>
          </a:p>
        </p:txBody>
      </p:sp>
    </p:spTree>
    <p:extLst>
      <p:ext uri="{BB962C8B-B14F-4D97-AF65-F5344CB8AC3E}">
        <p14:creationId xmlns:p14="http://schemas.microsoft.com/office/powerpoint/2010/main" val="2233232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8" name="CuadroTexto 7">
            <a:extLst>
              <a:ext uri="{FF2B5EF4-FFF2-40B4-BE49-F238E27FC236}">
                <a16:creationId xmlns:a16="http://schemas.microsoft.com/office/drawing/2014/main" id="{E7A722B7-6FCF-8D1C-B80C-5614BD96F4BE}"/>
              </a:ext>
            </a:extLst>
          </p:cNvPr>
          <p:cNvSpPr txBox="1"/>
          <p:nvPr/>
        </p:nvSpPr>
        <p:spPr>
          <a:xfrm>
            <a:off x="409574" y="1318528"/>
            <a:ext cx="7675245" cy="1754326"/>
          </a:xfrm>
          <a:prstGeom prst="rect">
            <a:avLst/>
          </a:prstGeom>
          <a:noFill/>
        </p:spPr>
        <p:txBody>
          <a:bodyPr wrap="square">
            <a:spAutoFit/>
          </a:bodyPr>
          <a:lstStyle/>
          <a:p>
            <a:r>
              <a:rPr lang="es-ES" dirty="0"/>
              <a:t>Actividad. Crea un documento con dos imágenes (pero una de ellas no se va a mostrar y en su lugar se muestra </a:t>
            </a:r>
          </a:p>
          <a:p>
            <a:r>
              <a:rPr lang="es-ES" dirty="0"/>
              <a:t>el contenido de </a:t>
            </a:r>
            <a:r>
              <a:rPr lang="es-ES" dirty="0" err="1"/>
              <a:t>alt</a:t>
            </a:r>
            <a:r>
              <a:rPr lang="es-ES" dirty="0"/>
              <a:t>) :</a:t>
            </a:r>
          </a:p>
          <a:p>
            <a:endParaRPr lang="es-ES" dirty="0"/>
          </a:p>
          <a:p>
            <a:endParaRPr lang="es-ES" dirty="0"/>
          </a:p>
          <a:p>
            <a:endParaRPr lang="es-ES" dirty="0"/>
          </a:p>
        </p:txBody>
      </p:sp>
      <p:pic>
        <p:nvPicPr>
          <p:cNvPr id="4" name="Imagen 3">
            <a:extLst>
              <a:ext uri="{FF2B5EF4-FFF2-40B4-BE49-F238E27FC236}">
                <a16:creationId xmlns:a16="http://schemas.microsoft.com/office/drawing/2014/main" id="{BD0A3491-6940-B1D0-2FBC-DD74FBE6C0AF}"/>
              </a:ext>
            </a:extLst>
          </p:cNvPr>
          <p:cNvPicPr>
            <a:picLocks noChangeAspect="1"/>
          </p:cNvPicPr>
          <p:nvPr/>
        </p:nvPicPr>
        <p:blipFill>
          <a:blip r:embed="rId3"/>
          <a:stretch>
            <a:fillRect/>
          </a:stretch>
        </p:blipFill>
        <p:spPr>
          <a:xfrm>
            <a:off x="4661717" y="1782387"/>
            <a:ext cx="4040323" cy="3352104"/>
          </a:xfrm>
          <a:prstGeom prst="rect">
            <a:avLst/>
          </a:prstGeom>
          <a:ln>
            <a:solidFill>
              <a:schemeClr val="accent1"/>
            </a:solidFill>
          </a:ln>
        </p:spPr>
      </p:pic>
    </p:spTree>
    <p:extLst>
      <p:ext uri="{BB962C8B-B14F-4D97-AF65-F5344CB8AC3E}">
        <p14:creationId xmlns:p14="http://schemas.microsoft.com/office/powerpoint/2010/main" val="221029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3" name="CuadroTexto 2">
            <a:extLst>
              <a:ext uri="{FF2B5EF4-FFF2-40B4-BE49-F238E27FC236}">
                <a16:creationId xmlns:a16="http://schemas.microsoft.com/office/drawing/2014/main" id="{B0553D80-D295-112C-410B-DDBEE45D8BA3}"/>
              </a:ext>
            </a:extLst>
          </p:cNvPr>
          <p:cNvSpPr txBox="1"/>
          <p:nvPr/>
        </p:nvSpPr>
        <p:spPr>
          <a:xfrm>
            <a:off x="815340" y="1447800"/>
            <a:ext cx="4204100" cy="369332"/>
          </a:xfrm>
          <a:prstGeom prst="rect">
            <a:avLst/>
          </a:prstGeom>
          <a:noFill/>
        </p:spPr>
        <p:txBody>
          <a:bodyPr wrap="none" rtlCol="0">
            <a:spAutoFit/>
          </a:bodyPr>
          <a:lstStyle/>
          <a:p>
            <a:r>
              <a:rPr lang="es-ES" dirty="0"/>
              <a:t>Ruta </a:t>
            </a:r>
            <a:r>
              <a:rPr lang="es-ES" b="1" dirty="0"/>
              <a:t>relativa vs absoluta </a:t>
            </a:r>
            <a:r>
              <a:rPr lang="es-ES" dirty="0"/>
              <a:t>¿Las conocemos?</a:t>
            </a:r>
          </a:p>
        </p:txBody>
      </p:sp>
      <p:sp>
        <p:nvSpPr>
          <p:cNvPr id="4" name="CuadroTexto 3">
            <a:extLst>
              <a:ext uri="{FF2B5EF4-FFF2-40B4-BE49-F238E27FC236}">
                <a16:creationId xmlns:a16="http://schemas.microsoft.com/office/drawing/2014/main" id="{26A7C2A2-8C21-EFF4-290A-5B7B04A1E6BA}"/>
              </a:ext>
            </a:extLst>
          </p:cNvPr>
          <p:cNvSpPr txBox="1"/>
          <p:nvPr/>
        </p:nvSpPr>
        <p:spPr>
          <a:xfrm>
            <a:off x="718605" y="2130758"/>
            <a:ext cx="9555821" cy="2862322"/>
          </a:xfrm>
          <a:prstGeom prst="rect">
            <a:avLst/>
          </a:prstGeom>
          <a:noFill/>
        </p:spPr>
        <p:txBody>
          <a:bodyPr wrap="none" rtlCol="0">
            <a:spAutoFit/>
          </a:bodyPr>
          <a:lstStyle/>
          <a:p>
            <a:r>
              <a:rPr lang="es-ES" b="0" dirty="0">
                <a:effectLst/>
                <a:latin typeface="Arial" panose="020B0604020202020204" pitchFamily="34" charset="0"/>
                <a:cs typeface="Arial" panose="020B0604020202020204" pitchFamily="34" charset="0"/>
              </a:rPr>
              <a:t>Por ejemplo, tengo una  imagen se encuentra en</a:t>
            </a:r>
          </a:p>
          <a:p>
            <a:r>
              <a:rPr lang="es-ES" b="0" dirty="0">
                <a:effectLst/>
                <a:latin typeface="Arial" panose="020B0604020202020204" pitchFamily="34" charset="0"/>
                <a:cs typeface="Arial" panose="020B0604020202020204" pitchFamily="34" charset="0"/>
              </a:rPr>
              <a:t> </a:t>
            </a:r>
            <a:r>
              <a:rPr lang="es-ES" b="1" dirty="0">
                <a:effectLst/>
                <a:latin typeface="Arial" panose="020B0604020202020204" pitchFamily="34" charset="0"/>
                <a:cs typeface="Arial" panose="020B0604020202020204" pitchFamily="34" charset="0"/>
              </a:rPr>
              <a:t>C:\Users\Juan\marcas\u2\pruebas\tux.png</a:t>
            </a:r>
            <a:r>
              <a:rPr lang="es-ES" b="0" dirty="0">
                <a:effectLst/>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Esto sería la ruta absoluta.</a:t>
            </a:r>
            <a:endParaRPr lang="es-ES" b="0" dirty="0">
              <a:effectLst/>
              <a:latin typeface="Arial" panose="020B0604020202020204" pitchFamily="34" charset="0"/>
              <a:cs typeface="Arial" panose="020B0604020202020204" pitchFamily="34" charset="0"/>
            </a:endParaRPr>
          </a:p>
          <a:p>
            <a:r>
              <a:rPr lang="es-ES" b="0" dirty="0">
                <a:effectLst/>
                <a:latin typeface="Arial" panose="020B0604020202020204" pitchFamily="34" charset="0"/>
                <a:cs typeface="Arial" panose="020B0604020202020204" pitchFamily="34" charset="0"/>
              </a:rPr>
              <a:t>Se recomienda como buena práctica utilizar rutas relativas. </a:t>
            </a:r>
            <a:r>
              <a:rPr lang="es-ES" dirty="0">
                <a:latin typeface="Arial" panose="020B0604020202020204" pitchFamily="34" charset="0"/>
                <a:cs typeface="Arial" panose="020B0604020202020204" pitchFamily="34" charset="0"/>
              </a:rPr>
              <a:t>El directorio raíz será el </a:t>
            </a:r>
            <a:r>
              <a:rPr lang="es-ES" dirty="0" err="1">
                <a:latin typeface="Arial" panose="020B0604020202020204" pitchFamily="34" charset="0"/>
                <a:cs typeface="Arial" panose="020B0604020202020204" pitchFamily="34" charset="0"/>
              </a:rPr>
              <a:t>html</a:t>
            </a:r>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que quiera utilizar el recurso externo.</a:t>
            </a:r>
            <a:r>
              <a:rPr lang="es-ES" b="0" dirty="0">
                <a:effectLst/>
                <a:latin typeface="Arial" panose="020B0604020202020204" pitchFamily="34" charset="0"/>
                <a:cs typeface="Arial" panose="020B0604020202020204" pitchFamily="34" charset="0"/>
              </a:rPr>
              <a:t>     </a:t>
            </a:r>
          </a:p>
          <a:p>
            <a:endParaRPr lang="es-ES" dirty="0"/>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img</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src</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"tux.png"</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(Mismo directorio que el documento </a:t>
            </a:r>
            <a:r>
              <a:rPr lang="es-ES" b="0" dirty="0" err="1">
                <a:solidFill>
                  <a:srgbClr val="CCCCCC"/>
                </a:solidFill>
                <a:effectLst/>
                <a:latin typeface="Consolas" panose="020B0609020204030204" pitchFamily="49" charset="0"/>
              </a:rPr>
              <a:t>html</a:t>
            </a:r>
            <a:r>
              <a:rPr lang="es-ES" b="0" dirty="0">
                <a:solidFill>
                  <a:srgbClr val="CCCCCC"/>
                </a:solidFill>
                <a:effectLst/>
                <a:latin typeface="Consolas" panose="020B0609020204030204" pitchFamily="49" charset="0"/>
              </a:rPr>
              <a:t>)</a:t>
            </a: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img</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src</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err="1">
                <a:solidFill>
                  <a:srgbClr val="CE9178"/>
                </a:solidFill>
                <a:effectLst/>
                <a:latin typeface="Consolas" panose="020B0609020204030204" pitchFamily="49" charset="0"/>
              </a:rPr>
              <a:t>img</a:t>
            </a:r>
            <a:r>
              <a:rPr lang="es-ES" b="0" dirty="0">
                <a:solidFill>
                  <a:srgbClr val="CE9178"/>
                </a:solidFill>
                <a:effectLst/>
                <a:latin typeface="Consolas" panose="020B0609020204030204" pitchFamily="49" charset="0"/>
              </a:rPr>
              <a:t>/tux.png"</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(En el mismo directorio que el documento </a:t>
            </a:r>
            <a:r>
              <a:rPr lang="es-ES" b="0" dirty="0" err="1">
                <a:solidFill>
                  <a:srgbClr val="CCCCCC"/>
                </a:solidFill>
                <a:effectLst/>
                <a:latin typeface="Consolas" panose="020B0609020204030204" pitchFamily="49" charset="0"/>
              </a:rPr>
              <a:t>html</a:t>
            </a:r>
            <a:r>
              <a:rPr lang="es-ES" b="0" dirty="0">
                <a:solidFill>
                  <a:srgbClr val="CCCCCC"/>
                </a:solidFill>
                <a:effectLst/>
                <a:latin typeface="Consolas" panose="020B0609020204030204" pitchFamily="49" charset="0"/>
              </a:rPr>
              <a:t> hay </a:t>
            </a:r>
          </a:p>
          <a:p>
            <a:r>
              <a:rPr lang="es-ES" dirty="0">
                <a:solidFill>
                  <a:srgbClr val="CCCCCC"/>
                </a:solidFill>
                <a:latin typeface="Consolas" panose="020B0609020204030204" pitchFamily="49" charset="0"/>
              </a:rPr>
              <a:t>una carpeta </a:t>
            </a:r>
            <a:r>
              <a:rPr lang="es-ES" dirty="0" err="1">
                <a:solidFill>
                  <a:srgbClr val="CCCCCC"/>
                </a:solidFill>
                <a:latin typeface="Consolas" panose="020B0609020204030204" pitchFamily="49" charset="0"/>
              </a:rPr>
              <a:t>img</a:t>
            </a:r>
            <a:r>
              <a:rPr lang="es-ES" dirty="0">
                <a:solidFill>
                  <a:srgbClr val="CCCCCC"/>
                </a:solidFill>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img</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src</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err="1">
                <a:solidFill>
                  <a:srgbClr val="CE9178"/>
                </a:solidFill>
                <a:effectLst/>
                <a:latin typeface="Consolas" panose="020B0609020204030204" pitchFamily="49" charset="0"/>
              </a:rPr>
              <a:t>img</a:t>
            </a:r>
            <a:r>
              <a:rPr lang="es-ES" b="0" dirty="0">
                <a:solidFill>
                  <a:srgbClr val="CE9178"/>
                </a:solidFill>
                <a:effectLst/>
                <a:latin typeface="Consolas" panose="020B0609020204030204" pitchFamily="49" charset="0"/>
              </a:rPr>
              <a:t>/tux.png"</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(con los dos puntos subimos un nivel)</a:t>
            </a:r>
          </a:p>
          <a:p>
            <a:endParaRPr lang="es-ES" dirty="0"/>
          </a:p>
        </p:txBody>
      </p:sp>
    </p:spTree>
    <p:extLst>
      <p:ext uri="{BB962C8B-B14F-4D97-AF65-F5344CB8AC3E}">
        <p14:creationId xmlns:p14="http://schemas.microsoft.com/office/powerpoint/2010/main" val="3243649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3" name="CuadroTexto 2">
            <a:extLst>
              <a:ext uri="{FF2B5EF4-FFF2-40B4-BE49-F238E27FC236}">
                <a16:creationId xmlns:a16="http://schemas.microsoft.com/office/drawing/2014/main" id="{B0553D80-D295-112C-410B-DDBEE45D8BA3}"/>
              </a:ext>
            </a:extLst>
          </p:cNvPr>
          <p:cNvSpPr txBox="1"/>
          <p:nvPr/>
        </p:nvSpPr>
        <p:spPr>
          <a:xfrm>
            <a:off x="815340" y="1447800"/>
            <a:ext cx="9055428" cy="923330"/>
          </a:xfrm>
          <a:prstGeom prst="rect">
            <a:avLst/>
          </a:prstGeom>
          <a:noFill/>
        </p:spPr>
        <p:txBody>
          <a:bodyPr wrap="none" rtlCol="0">
            <a:spAutoFit/>
          </a:bodyPr>
          <a:lstStyle/>
          <a:p>
            <a:r>
              <a:rPr lang="es-ES" dirty="0"/>
              <a:t>Como ya hemos hablado en clase alguna vez, una página web es una colección de documentos</a:t>
            </a:r>
          </a:p>
          <a:p>
            <a:r>
              <a:rPr lang="es-ES" dirty="0"/>
              <a:t>enlazados. En </a:t>
            </a:r>
            <a:r>
              <a:rPr lang="es-ES" dirty="0" err="1"/>
              <a:t>html</a:t>
            </a:r>
            <a:r>
              <a:rPr lang="es-ES" dirty="0"/>
              <a:t> para crear enlaces utilizamos la etiqueta</a:t>
            </a:r>
            <a:r>
              <a:rPr lang="es-ES" b="1" dirty="0"/>
              <a:t> a</a:t>
            </a:r>
            <a:r>
              <a:rPr lang="es-ES" dirty="0"/>
              <a:t>. El atributo que siempre se </a:t>
            </a:r>
          </a:p>
          <a:p>
            <a:r>
              <a:rPr lang="es-ES" dirty="0"/>
              <a:t>suele encontrar en este elemento es </a:t>
            </a:r>
            <a:r>
              <a:rPr lang="es-ES" dirty="0" err="1"/>
              <a:t>href</a:t>
            </a:r>
            <a:r>
              <a:rPr lang="es-ES" dirty="0"/>
              <a:t>, que es donde definiremos el enlace</a:t>
            </a:r>
          </a:p>
        </p:txBody>
      </p:sp>
      <p:sp>
        <p:nvSpPr>
          <p:cNvPr id="6" name="CuadroTexto 5">
            <a:extLst>
              <a:ext uri="{FF2B5EF4-FFF2-40B4-BE49-F238E27FC236}">
                <a16:creationId xmlns:a16="http://schemas.microsoft.com/office/drawing/2014/main" id="{FF377CA9-D3A5-5DCF-8BC3-1DEE8A1C4F4E}"/>
              </a:ext>
            </a:extLst>
          </p:cNvPr>
          <p:cNvSpPr txBox="1"/>
          <p:nvPr/>
        </p:nvSpPr>
        <p:spPr>
          <a:xfrm>
            <a:off x="942974" y="2404170"/>
            <a:ext cx="8094345" cy="2585323"/>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href</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"https://developer.mozilla.org/es/"</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En este enlace puedes consultar la documentación de diversos lenguajes</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489257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3" name="CuadroTexto 2">
            <a:extLst>
              <a:ext uri="{FF2B5EF4-FFF2-40B4-BE49-F238E27FC236}">
                <a16:creationId xmlns:a16="http://schemas.microsoft.com/office/drawing/2014/main" id="{B0553D80-D295-112C-410B-DDBEE45D8BA3}"/>
              </a:ext>
            </a:extLst>
          </p:cNvPr>
          <p:cNvSpPr txBox="1"/>
          <p:nvPr/>
        </p:nvSpPr>
        <p:spPr>
          <a:xfrm>
            <a:off x="815340" y="1447800"/>
            <a:ext cx="8412624" cy="2585323"/>
          </a:xfrm>
          <a:prstGeom prst="rect">
            <a:avLst/>
          </a:prstGeom>
          <a:noFill/>
        </p:spPr>
        <p:txBody>
          <a:bodyPr wrap="square" rtlCol="0">
            <a:spAutoFit/>
          </a:bodyPr>
          <a:lstStyle/>
          <a:p>
            <a:r>
              <a:rPr lang="es-ES" dirty="0"/>
              <a:t>Otros atributo interesante de la etiqueta a es target, donde especificamos como se va a </a:t>
            </a:r>
          </a:p>
          <a:p>
            <a:r>
              <a:rPr lang="es-ES" dirty="0"/>
              <a:t>abrir el recurso enlazado</a:t>
            </a:r>
          </a:p>
          <a:p>
            <a:endParaRPr lang="es-ES" dirty="0"/>
          </a:p>
          <a:p>
            <a:r>
              <a:rPr lang="es-ES" dirty="0"/>
              <a:t>Algunos de los valores del atributo target:</a:t>
            </a:r>
          </a:p>
          <a:p>
            <a:r>
              <a:rPr lang="es-ES" b="1" dirty="0"/>
              <a:t>_</a:t>
            </a:r>
            <a:r>
              <a:rPr lang="es-ES" b="1" dirty="0" err="1"/>
              <a:t>self</a:t>
            </a:r>
            <a:r>
              <a:rPr lang="es-ES" dirty="0"/>
              <a:t>: Carga la URL en el mismo contexto que el actual (misma ventana/pestaña)</a:t>
            </a:r>
          </a:p>
          <a:p>
            <a:r>
              <a:rPr lang="es-ES" b="1" dirty="0"/>
              <a:t>_</a:t>
            </a:r>
            <a:r>
              <a:rPr lang="es-ES" b="1" dirty="0" err="1"/>
              <a:t>blank</a:t>
            </a:r>
            <a:r>
              <a:rPr lang="es-ES" dirty="0"/>
              <a:t>: se crea un contexto nuevo (nueva ventana/pestaña)</a:t>
            </a:r>
          </a:p>
          <a:p>
            <a:endParaRPr lang="es-ES" dirty="0"/>
          </a:p>
          <a:p>
            <a:endParaRPr lang="es-ES" dirty="0"/>
          </a:p>
          <a:p>
            <a:endParaRPr lang="es-ES" dirty="0"/>
          </a:p>
        </p:txBody>
      </p:sp>
    </p:spTree>
    <p:extLst>
      <p:ext uri="{BB962C8B-B14F-4D97-AF65-F5344CB8AC3E}">
        <p14:creationId xmlns:p14="http://schemas.microsoft.com/office/powerpoint/2010/main" val="36624267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Algunas etiquetas</a:t>
            </a:r>
          </a:p>
        </p:txBody>
      </p:sp>
      <p:sp>
        <p:nvSpPr>
          <p:cNvPr id="3" name="CuadroTexto 2">
            <a:extLst>
              <a:ext uri="{FF2B5EF4-FFF2-40B4-BE49-F238E27FC236}">
                <a16:creationId xmlns:a16="http://schemas.microsoft.com/office/drawing/2014/main" id="{B0553D80-D295-112C-410B-DDBEE45D8BA3}"/>
              </a:ext>
            </a:extLst>
          </p:cNvPr>
          <p:cNvSpPr txBox="1"/>
          <p:nvPr/>
        </p:nvSpPr>
        <p:spPr>
          <a:xfrm>
            <a:off x="815340" y="1447800"/>
            <a:ext cx="8412624" cy="3416320"/>
          </a:xfrm>
          <a:prstGeom prst="rect">
            <a:avLst/>
          </a:prstGeom>
          <a:noFill/>
        </p:spPr>
        <p:txBody>
          <a:bodyPr wrap="square" rtlCol="0">
            <a:spAutoFit/>
          </a:bodyPr>
          <a:lstStyle/>
          <a:p>
            <a:r>
              <a:rPr lang="es-ES" dirty="0"/>
              <a:t>Quizá después de conocer la etiqueta a, uno se puede plantear…</a:t>
            </a:r>
          </a:p>
          <a:p>
            <a:r>
              <a:rPr lang="es-ES" dirty="0"/>
              <a:t>Conozco la etiqueta a y ya he visto la etiqueta link. Pero… ¿Qué diferencias hay entre ellas?</a:t>
            </a:r>
          </a:p>
          <a:p>
            <a:endParaRPr lang="es-ES" dirty="0"/>
          </a:p>
          <a:p>
            <a:r>
              <a:rPr lang="es-ES" b="1" dirty="0"/>
              <a:t>&lt;link&gt;</a:t>
            </a:r>
            <a:r>
              <a:rPr lang="es-ES" dirty="0"/>
              <a:t> es un elemento vacío y se suele usar para especificar relaciones con otro documentos(hojas de estilo, .</a:t>
            </a:r>
            <a:r>
              <a:rPr lang="es-ES" dirty="0" err="1"/>
              <a:t>js</a:t>
            </a:r>
            <a:r>
              <a:rPr lang="es-ES" dirty="0"/>
              <a:t>, </a:t>
            </a:r>
            <a:r>
              <a:rPr lang="es-ES" dirty="0" err="1"/>
              <a:t>etc</a:t>
            </a:r>
            <a:r>
              <a:rPr lang="es-ES" dirty="0"/>
              <a:t>)</a:t>
            </a:r>
          </a:p>
          <a:p>
            <a:endParaRPr lang="es-ES" dirty="0"/>
          </a:p>
          <a:p>
            <a:r>
              <a:rPr lang="es-ES" b="1" dirty="0"/>
              <a:t>&lt;a&gt;</a:t>
            </a:r>
            <a:r>
              <a:rPr lang="es-ES" dirty="0"/>
              <a:t> </a:t>
            </a:r>
            <a:r>
              <a:rPr lang="es-ES" b="1" dirty="0"/>
              <a:t>NO</a:t>
            </a:r>
            <a:r>
              <a:rPr lang="es-ES" dirty="0"/>
              <a:t> es un elemento vacío y se suele utilizar para enlazar recursos externos, como imágenes o enlaces a otros documentos web.</a:t>
            </a:r>
          </a:p>
          <a:p>
            <a:endParaRPr lang="es-ES" dirty="0"/>
          </a:p>
          <a:p>
            <a:endParaRPr lang="es-ES" dirty="0"/>
          </a:p>
          <a:p>
            <a:endParaRPr lang="es-ES" dirty="0"/>
          </a:p>
        </p:txBody>
      </p:sp>
    </p:spTree>
    <p:extLst>
      <p:ext uri="{BB962C8B-B14F-4D97-AF65-F5344CB8AC3E}">
        <p14:creationId xmlns:p14="http://schemas.microsoft.com/office/powerpoint/2010/main" val="702476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Actividad</a:t>
            </a:r>
          </a:p>
        </p:txBody>
      </p:sp>
      <p:sp>
        <p:nvSpPr>
          <p:cNvPr id="3" name="CuadroTexto 2">
            <a:extLst>
              <a:ext uri="{FF2B5EF4-FFF2-40B4-BE49-F238E27FC236}">
                <a16:creationId xmlns:a16="http://schemas.microsoft.com/office/drawing/2014/main" id="{B0553D80-D295-112C-410B-DDBEE45D8BA3}"/>
              </a:ext>
            </a:extLst>
          </p:cNvPr>
          <p:cNvSpPr txBox="1"/>
          <p:nvPr/>
        </p:nvSpPr>
        <p:spPr>
          <a:xfrm>
            <a:off x="784860" y="1447800"/>
            <a:ext cx="8412624" cy="1200329"/>
          </a:xfrm>
          <a:prstGeom prst="rect">
            <a:avLst/>
          </a:prstGeom>
          <a:noFill/>
        </p:spPr>
        <p:txBody>
          <a:bodyPr wrap="square" rtlCol="0">
            <a:spAutoFit/>
          </a:bodyPr>
          <a:lstStyle/>
          <a:p>
            <a:r>
              <a:rPr lang="es-ES" b="1" dirty="0"/>
              <a:t>Actividad. Web formada por varios documentos.</a:t>
            </a:r>
          </a:p>
          <a:p>
            <a:endParaRPr lang="es-ES" dirty="0"/>
          </a:p>
          <a:p>
            <a:endParaRPr lang="es-ES" dirty="0"/>
          </a:p>
          <a:p>
            <a:endParaRPr lang="es-ES" dirty="0"/>
          </a:p>
        </p:txBody>
      </p:sp>
    </p:spTree>
    <p:extLst>
      <p:ext uri="{BB962C8B-B14F-4D97-AF65-F5344CB8AC3E}">
        <p14:creationId xmlns:p14="http://schemas.microsoft.com/office/powerpoint/2010/main" val="1250721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312420" y="1424940"/>
            <a:ext cx="9436494" cy="1754326"/>
          </a:xfrm>
          <a:prstGeom prst="rect">
            <a:avLst/>
          </a:prstGeom>
          <a:noFill/>
        </p:spPr>
        <p:txBody>
          <a:bodyPr wrap="none" rtlCol="0">
            <a:spAutoFit/>
          </a:bodyPr>
          <a:lstStyle/>
          <a:p>
            <a:r>
              <a:rPr lang="es-ES" dirty="0"/>
              <a:t>3 tipos de listas -&gt; Ordenadas, desordenadas y de términos</a:t>
            </a:r>
          </a:p>
          <a:p>
            <a:endParaRPr lang="es-ES" dirty="0"/>
          </a:p>
          <a:p>
            <a:pPr marL="285750" indent="-285750">
              <a:buFont typeface="Arial" panose="020B0604020202020204" pitchFamily="34" charset="0"/>
              <a:buChar char="•"/>
            </a:pPr>
            <a:r>
              <a:rPr lang="es-ES" b="1" u="sng" dirty="0"/>
              <a:t>Ordenadas</a:t>
            </a:r>
            <a:r>
              <a:rPr lang="es-ES" dirty="0"/>
              <a:t>: Se construyen con el elemento </a:t>
            </a:r>
            <a:r>
              <a:rPr lang="es-ES" b="1" dirty="0"/>
              <a:t>&lt;</a:t>
            </a:r>
            <a:r>
              <a:rPr lang="es-ES" b="1" dirty="0" err="1"/>
              <a:t>ol</a:t>
            </a:r>
            <a:r>
              <a:rPr lang="es-ES" b="1" dirty="0"/>
              <a:t>&gt; </a:t>
            </a:r>
            <a:r>
              <a:rPr lang="es-ES" dirty="0"/>
              <a:t>y su contenido está formado por elementos</a:t>
            </a:r>
          </a:p>
          <a:p>
            <a:r>
              <a:rPr lang="es-ES" dirty="0"/>
              <a:t> </a:t>
            </a:r>
            <a:r>
              <a:rPr lang="es-ES" b="1" dirty="0"/>
              <a:t>&lt;</a:t>
            </a:r>
            <a:r>
              <a:rPr lang="es-ES" b="1" dirty="0" err="1"/>
              <a:t>li</a:t>
            </a:r>
            <a:r>
              <a:rPr lang="es-ES" b="1" dirty="0"/>
              <a:t>&gt;</a:t>
            </a:r>
          </a:p>
          <a:p>
            <a:pPr marL="285750" indent="-285750">
              <a:buFont typeface="Arial" panose="020B0604020202020204" pitchFamily="34" charset="0"/>
              <a:buChar char="•"/>
            </a:pPr>
            <a:r>
              <a:rPr lang="es-ES" b="1" u="sng" dirty="0"/>
              <a:t>Desordenadas: </a:t>
            </a:r>
            <a:r>
              <a:rPr lang="es-ES" dirty="0"/>
              <a:t>Se construyen con el elemento </a:t>
            </a:r>
            <a:r>
              <a:rPr lang="es-ES" b="1" dirty="0"/>
              <a:t>&lt;</a:t>
            </a:r>
            <a:r>
              <a:rPr lang="es-ES" b="1" dirty="0" err="1"/>
              <a:t>ul</a:t>
            </a:r>
            <a:r>
              <a:rPr lang="es-ES" b="1" dirty="0"/>
              <a:t>&gt; </a:t>
            </a:r>
            <a:r>
              <a:rPr lang="es-ES" dirty="0"/>
              <a:t>y su contenido está formado por elementos</a:t>
            </a:r>
          </a:p>
          <a:p>
            <a:r>
              <a:rPr lang="es-ES" dirty="0"/>
              <a:t> </a:t>
            </a:r>
            <a:r>
              <a:rPr lang="es-ES" b="1" dirty="0"/>
              <a:t>&lt;</a:t>
            </a:r>
            <a:r>
              <a:rPr lang="es-ES" b="1" dirty="0" err="1"/>
              <a:t>li</a:t>
            </a:r>
            <a:r>
              <a:rPr lang="es-ES" b="1" dirty="0"/>
              <a:t>&gt;</a:t>
            </a:r>
          </a:p>
        </p:txBody>
      </p:sp>
    </p:spTree>
    <p:extLst>
      <p:ext uri="{BB962C8B-B14F-4D97-AF65-F5344CB8AC3E}">
        <p14:creationId xmlns:p14="http://schemas.microsoft.com/office/powerpoint/2010/main" val="13865404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259080" y="1409700"/>
            <a:ext cx="3914213" cy="646331"/>
          </a:xfrm>
          <a:prstGeom prst="rect">
            <a:avLst/>
          </a:prstGeom>
          <a:noFill/>
        </p:spPr>
        <p:txBody>
          <a:bodyPr wrap="none" rtlCol="0">
            <a:spAutoFit/>
          </a:bodyPr>
          <a:lstStyle/>
          <a:p>
            <a:r>
              <a:rPr lang="es-ES" b="1" dirty="0"/>
              <a:t>Actividad. Crea el siguiente documento</a:t>
            </a:r>
          </a:p>
          <a:p>
            <a:r>
              <a:rPr lang="es-ES" b="1" dirty="0"/>
              <a:t>usando listas:</a:t>
            </a:r>
          </a:p>
        </p:txBody>
      </p:sp>
      <p:pic>
        <p:nvPicPr>
          <p:cNvPr id="4" name="Imagen 3">
            <a:extLst>
              <a:ext uri="{FF2B5EF4-FFF2-40B4-BE49-F238E27FC236}">
                <a16:creationId xmlns:a16="http://schemas.microsoft.com/office/drawing/2014/main" id="{B618740F-20B4-6D01-37AB-89BB6253938A}"/>
              </a:ext>
            </a:extLst>
          </p:cNvPr>
          <p:cNvPicPr>
            <a:picLocks noChangeAspect="1"/>
          </p:cNvPicPr>
          <p:nvPr/>
        </p:nvPicPr>
        <p:blipFill>
          <a:blip r:embed="rId3"/>
          <a:stretch>
            <a:fillRect/>
          </a:stretch>
        </p:blipFill>
        <p:spPr>
          <a:xfrm>
            <a:off x="4475280" y="1388175"/>
            <a:ext cx="2867425" cy="3610479"/>
          </a:xfrm>
          <a:prstGeom prst="rect">
            <a:avLst/>
          </a:prstGeom>
          <a:ln>
            <a:solidFill>
              <a:schemeClr val="accent1"/>
            </a:solidFill>
          </a:ln>
        </p:spPr>
      </p:pic>
    </p:spTree>
    <p:extLst>
      <p:ext uri="{BB962C8B-B14F-4D97-AF65-F5344CB8AC3E}">
        <p14:creationId xmlns:p14="http://schemas.microsoft.com/office/powerpoint/2010/main" val="2326586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259080" y="1409700"/>
            <a:ext cx="2822119" cy="646331"/>
          </a:xfrm>
          <a:prstGeom prst="rect">
            <a:avLst/>
          </a:prstGeom>
          <a:noFill/>
        </p:spPr>
        <p:txBody>
          <a:bodyPr wrap="none" rtlCol="0">
            <a:spAutoFit/>
          </a:bodyPr>
          <a:lstStyle/>
          <a:p>
            <a:r>
              <a:rPr lang="es-ES" b="1" dirty="0"/>
              <a:t>Actividad. Crea el siguiente </a:t>
            </a:r>
          </a:p>
          <a:p>
            <a:r>
              <a:rPr lang="es-ES" b="1" dirty="0"/>
              <a:t>documento usando listas:</a:t>
            </a:r>
          </a:p>
        </p:txBody>
      </p:sp>
      <p:pic>
        <p:nvPicPr>
          <p:cNvPr id="4" name="Imagen 3">
            <a:extLst>
              <a:ext uri="{FF2B5EF4-FFF2-40B4-BE49-F238E27FC236}">
                <a16:creationId xmlns:a16="http://schemas.microsoft.com/office/drawing/2014/main" id="{52F9EFE0-38A1-E8D0-BB46-1AC2DE2FF4BC}"/>
              </a:ext>
            </a:extLst>
          </p:cNvPr>
          <p:cNvPicPr>
            <a:picLocks noChangeAspect="1"/>
          </p:cNvPicPr>
          <p:nvPr/>
        </p:nvPicPr>
        <p:blipFill>
          <a:blip r:embed="rId3"/>
          <a:stretch>
            <a:fillRect/>
          </a:stretch>
        </p:blipFill>
        <p:spPr>
          <a:xfrm>
            <a:off x="3797084" y="1249680"/>
            <a:ext cx="3096057" cy="4023360"/>
          </a:xfrm>
          <a:prstGeom prst="rect">
            <a:avLst/>
          </a:prstGeom>
        </p:spPr>
      </p:pic>
    </p:spTree>
    <p:extLst>
      <p:ext uri="{BB962C8B-B14F-4D97-AF65-F5344CB8AC3E}">
        <p14:creationId xmlns:p14="http://schemas.microsoft.com/office/powerpoint/2010/main" val="4187681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632460" y="1341120"/>
            <a:ext cx="5848589" cy="1477328"/>
          </a:xfrm>
          <a:prstGeom prst="rect">
            <a:avLst/>
          </a:prstGeom>
          <a:noFill/>
        </p:spPr>
        <p:txBody>
          <a:bodyPr wrap="none" rtlCol="0">
            <a:spAutoFit/>
          </a:bodyPr>
          <a:lstStyle/>
          <a:p>
            <a:r>
              <a:rPr lang="es-ES" dirty="0"/>
              <a:t>Las listas ordenadas tienen atributos para modificar tanto el </a:t>
            </a:r>
          </a:p>
          <a:p>
            <a:r>
              <a:rPr lang="es-ES" dirty="0"/>
              <a:t>orden como el símbolo del elemento de la lista.</a:t>
            </a:r>
          </a:p>
          <a:p>
            <a:pPr marL="742950" lvl="1" indent="-285750">
              <a:buFont typeface="Arial" panose="020B0604020202020204" pitchFamily="34" charset="0"/>
              <a:buChar char="•"/>
            </a:pPr>
            <a:r>
              <a:rPr lang="es-ES" b="1" dirty="0" err="1"/>
              <a:t>start</a:t>
            </a:r>
            <a:r>
              <a:rPr lang="es-ES" dirty="0"/>
              <a:t>: Indicamos desde que posición comienza</a:t>
            </a:r>
          </a:p>
          <a:p>
            <a:pPr marL="742950" lvl="1" indent="-285750">
              <a:buFont typeface="Arial" panose="020B0604020202020204" pitchFamily="34" charset="0"/>
              <a:buChar char="•"/>
            </a:pPr>
            <a:r>
              <a:rPr lang="es-ES" b="1" dirty="0"/>
              <a:t>reverse</a:t>
            </a:r>
            <a:r>
              <a:rPr lang="es-ES" dirty="0"/>
              <a:t>: listar de manera descendente</a:t>
            </a:r>
          </a:p>
          <a:p>
            <a:pPr marL="742950" lvl="1" indent="-285750">
              <a:buFont typeface="Arial" panose="020B0604020202020204" pitchFamily="34" charset="0"/>
              <a:buChar char="•"/>
            </a:pPr>
            <a:r>
              <a:rPr lang="es-ES" b="1" dirty="0" err="1"/>
              <a:t>type</a:t>
            </a:r>
            <a:r>
              <a:rPr lang="es-ES" dirty="0"/>
              <a:t>: Tipo de numeración: (1 | a | A  | i | I)</a:t>
            </a:r>
          </a:p>
        </p:txBody>
      </p:sp>
      <p:sp>
        <p:nvSpPr>
          <p:cNvPr id="3" name="CuadroTexto 2">
            <a:extLst>
              <a:ext uri="{FF2B5EF4-FFF2-40B4-BE49-F238E27FC236}">
                <a16:creationId xmlns:a16="http://schemas.microsoft.com/office/drawing/2014/main" id="{1DA1C77F-70C9-8C75-3905-1521607AA816}"/>
              </a:ext>
            </a:extLst>
          </p:cNvPr>
          <p:cNvSpPr txBox="1"/>
          <p:nvPr/>
        </p:nvSpPr>
        <p:spPr>
          <a:xfrm>
            <a:off x="670560" y="4709160"/>
            <a:ext cx="6154570" cy="369332"/>
          </a:xfrm>
          <a:prstGeom prst="rect">
            <a:avLst/>
          </a:prstGeom>
          <a:noFill/>
        </p:spPr>
        <p:txBody>
          <a:bodyPr wrap="none" rtlCol="0">
            <a:spAutoFit/>
          </a:bodyPr>
          <a:lstStyle/>
          <a:p>
            <a:r>
              <a:rPr lang="es-ES" b="1" dirty="0"/>
              <a:t>Actividad</a:t>
            </a:r>
            <a:r>
              <a:rPr lang="es-ES" dirty="0"/>
              <a:t>. Modifica la lista anterior para dejarla como la imagen</a:t>
            </a:r>
          </a:p>
        </p:txBody>
      </p:sp>
      <p:pic>
        <p:nvPicPr>
          <p:cNvPr id="7" name="Imagen 6">
            <a:extLst>
              <a:ext uri="{FF2B5EF4-FFF2-40B4-BE49-F238E27FC236}">
                <a16:creationId xmlns:a16="http://schemas.microsoft.com/office/drawing/2014/main" id="{176C51F3-6704-DDE5-E704-8E8F643982CF}"/>
              </a:ext>
            </a:extLst>
          </p:cNvPr>
          <p:cNvPicPr>
            <a:picLocks noChangeAspect="1"/>
          </p:cNvPicPr>
          <p:nvPr/>
        </p:nvPicPr>
        <p:blipFill>
          <a:blip r:embed="rId3"/>
          <a:stretch>
            <a:fillRect/>
          </a:stretch>
        </p:blipFill>
        <p:spPr>
          <a:xfrm>
            <a:off x="7134670" y="1363979"/>
            <a:ext cx="2715004" cy="3802381"/>
          </a:xfrm>
          <a:prstGeom prst="rect">
            <a:avLst/>
          </a:prstGeom>
          <a:ln>
            <a:solidFill>
              <a:schemeClr val="accent1"/>
            </a:solidFill>
          </a:ln>
        </p:spPr>
      </p:pic>
      <p:sp>
        <p:nvSpPr>
          <p:cNvPr id="4" name="CuadroTexto 3">
            <a:extLst>
              <a:ext uri="{FF2B5EF4-FFF2-40B4-BE49-F238E27FC236}">
                <a16:creationId xmlns:a16="http://schemas.microsoft.com/office/drawing/2014/main" id="{4E2F7505-6073-EE5B-C4BC-7F9FEC87C854}"/>
              </a:ext>
            </a:extLst>
          </p:cNvPr>
          <p:cNvSpPr txBox="1"/>
          <p:nvPr/>
        </p:nvSpPr>
        <p:spPr>
          <a:xfrm>
            <a:off x="662940" y="3337560"/>
            <a:ext cx="6094232" cy="646331"/>
          </a:xfrm>
          <a:prstGeom prst="rect">
            <a:avLst/>
          </a:prstGeom>
          <a:noFill/>
        </p:spPr>
        <p:txBody>
          <a:bodyPr wrap="none" rtlCol="0">
            <a:spAutoFit/>
          </a:bodyPr>
          <a:lstStyle/>
          <a:p>
            <a:r>
              <a:rPr lang="es-ES" dirty="0"/>
              <a:t>En listas no ordenadas, los valores que puede tomar el atributo</a:t>
            </a:r>
          </a:p>
          <a:p>
            <a:r>
              <a:rPr lang="es-ES" dirty="0" err="1"/>
              <a:t>type</a:t>
            </a:r>
            <a:r>
              <a:rPr lang="es-ES" dirty="0"/>
              <a:t> son: </a:t>
            </a:r>
            <a:r>
              <a:rPr lang="es-ES" b="1" dirty="0" err="1"/>
              <a:t>square</a:t>
            </a:r>
            <a:r>
              <a:rPr lang="es-ES" dirty="0"/>
              <a:t>, </a:t>
            </a:r>
            <a:r>
              <a:rPr lang="es-ES" b="1" dirty="0"/>
              <a:t>disc</a:t>
            </a:r>
            <a:r>
              <a:rPr lang="es-ES" dirty="0"/>
              <a:t>, </a:t>
            </a:r>
            <a:r>
              <a:rPr lang="es-ES" b="1" dirty="0" err="1"/>
              <a:t>circle</a:t>
            </a:r>
            <a:r>
              <a:rPr lang="es-ES" dirty="0"/>
              <a:t> o  </a:t>
            </a:r>
            <a:r>
              <a:rPr lang="es-ES" b="1" dirty="0" err="1"/>
              <a:t>none</a:t>
            </a:r>
            <a:endParaRPr lang="es-ES" b="1" dirty="0"/>
          </a:p>
        </p:txBody>
      </p:sp>
    </p:spTree>
    <p:extLst>
      <p:ext uri="{BB962C8B-B14F-4D97-AF65-F5344CB8AC3E}">
        <p14:creationId xmlns:p14="http://schemas.microsoft.com/office/powerpoint/2010/main" val="1148928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4" name="CuadroTexto 3">
            <a:extLst>
              <a:ext uri="{FF2B5EF4-FFF2-40B4-BE49-F238E27FC236}">
                <a16:creationId xmlns:a16="http://schemas.microsoft.com/office/drawing/2014/main" id="{869AF4BA-8507-CC48-61C6-7E374C40D7C4}"/>
              </a:ext>
            </a:extLst>
          </p:cNvPr>
          <p:cNvSpPr txBox="1"/>
          <p:nvPr/>
        </p:nvSpPr>
        <p:spPr>
          <a:xfrm>
            <a:off x="295274" y="1471851"/>
            <a:ext cx="9351645" cy="1477328"/>
          </a:xfrm>
          <a:prstGeom prst="rect">
            <a:avLst/>
          </a:prstGeom>
          <a:noFill/>
        </p:spPr>
        <p:txBody>
          <a:bodyPr wrap="square">
            <a:spAutoFit/>
          </a:bodyPr>
          <a:lstStyle/>
          <a:p>
            <a:pPr algn="just"/>
            <a:r>
              <a:rPr lang="es-ES" sz="1800" b="1" u="sng" dirty="0"/>
              <a:t>Listas de definiciones:</a:t>
            </a:r>
          </a:p>
          <a:p>
            <a:pPr algn="just">
              <a:buFont typeface="Wingdings" panose="05000000000000000000" pitchFamily="2" charset="2"/>
              <a:buChar char="§"/>
            </a:pPr>
            <a:r>
              <a:rPr lang="es-ES" sz="1800" b="1" dirty="0"/>
              <a:t>&lt;dl&gt;: </a:t>
            </a:r>
            <a:r>
              <a:rPr lang="es-ES" sz="1800" dirty="0"/>
              <a:t>Representa una lista descriptiva. Esta etiqueta encierra una lista de términos (</a:t>
            </a:r>
            <a:r>
              <a:rPr lang="es-ES" sz="1800" b="1" dirty="0" err="1"/>
              <a:t>dt</a:t>
            </a:r>
            <a:r>
              <a:rPr lang="es-ES" sz="1800" dirty="0"/>
              <a:t>) y de descripciones (</a:t>
            </a:r>
            <a:r>
              <a:rPr lang="es-ES" sz="1800" b="1" dirty="0" err="1"/>
              <a:t>dd</a:t>
            </a:r>
            <a:r>
              <a:rPr lang="es-ES" sz="1800" dirty="0"/>
              <a:t>)</a:t>
            </a:r>
          </a:p>
          <a:p>
            <a:pPr algn="just">
              <a:buFont typeface="Wingdings" panose="05000000000000000000" pitchFamily="2" charset="2"/>
              <a:buChar char="§"/>
            </a:pPr>
            <a:r>
              <a:rPr lang="es-ES" sz="1800" b="1" dirty="0"/>
              <a:t>&lt;</a:t>
            </a:r>
            <a:r>
              <a:rPr lang="es-ES" sz="1800" b="1" dirty="0" err="1"/>
              <a:t>dt</a:t>
            </a:r>
            <a:r>
              <a:rPr lang="es-ES" sz="1800" b="1" dirty="0"/>
              <a:t>&gt;: </a:t>
            </a:r>
            <a:r>
              <a:rPr lang="es-ES" sz="1800" dirty="0"/>
              <a:t>Es el término que se quiere definir, normalmente una palabra o un texto breve.</a:t>
            </a:r>
          </a:p>
          <a:p>
            <a:pPr algn="just">
              <a:buFont typeface="Wingdings" panose="05000000000000000000" pitchFamily="2" charset="2"/>
              <a:buChar char="§"/>
            </a:pPr>
            <a:r>
              <a:rPr lang="es-ES" sz="1800" b="1" dirty="0"/>
              <a:t>&lt;</a:t>
            </a:r>
            <a:r>
              <a:rPr lang="es-ES" sz="1800" b="1" dirty="0" err="1"/>
              <a:t>dd</a:t>
            </a:r>
            <a:r>
              <a:rPr lang="es-ES" sz="1800" b="1" dirty="0"/>
              <a:t>&gt;: </a:t>
            </a:r>
            <a:r>
              <a:rPr lang="es-ES" sz="1800" dirty="0"/>
              <a:t>Es la definición del término anterior.</a:t>
            </a:r>
            <a:endParaRPr lang="es-ES" dirty="0"/>
          </a:p>
        </p:txBody>
      </p:sp>
      <p:sp>
        <p:nvSpPr>
          <p:cNvPr id="5" name="CuadroTexto 4">
            <a:extLst>
              <a:ext uri="{FF2B5EF4-FFF2-40B4-BE49-F238E27FC236}">
                <a16:creationId xmlns:a16="http://schemas.microsoft.com/office/drawing/2014/main" id="{41732759-8701-D9BA-CFBC-5C5EBD1BBD31}"/>
              </a:ext>
            </a:extLst>
          </p:cNvPr>
          <p:cNvSpPr txBox="1"/>
          <p:nvPr/>
        </p:nvSpPr>
        <p:spPr>
          <a:xfrm>
            <a:off x="678180" y="3086100"/>
            <a:ext cx="6327566" cy="1569660"/>
          </a:xfrm>
          <a:prstGeom prst="rect">
            <a:avLst/>
          </a:prstGeom>
          <a:noFill/>
        </p:spPr>
        <p:txBody>
          <a:bodyPr wrap="none" rtlCol="0">
            <a:spAutoFit/>
          </a:bodyPr>
          <a:lstStyle/>
          <a:p>
            <a:r>
              <a:rPr lang="es-ES" sz="2400" b="1" dirty="0"/>
              <a:t>Podemos memorizarlo de la siguiente manera!!!</a:t>
            </a:r>
          </a:p>
          <a:p>
            <a:r>
              <a:rPr lang="es-ES" sz="2400" b="1" dirty="0"/>
              <a:t>dl</a:t>
            </a:r>
            <a:r>
              <a:rPr lang="es-ES" sz="2400" dirty="0"/>
              <a:t>: </a:t>
            </a:r>
            <a:r>
              <a:rPr lang="es-ES" sz="2400" dirty="0" err="1"/>
              <a:t>description</a:t>
            </a:r>
            <a:r>
              <a:rPr lang="es-ES" sz="2400" dirty="0"/>
              <a:t> </a:t>
            </a:r>
            <a:r>
              <a:rPr lang="es-ES" sz="2400" dirty="0" err="1"/>
              <a:t>list</a:t>
            </a:r>
            <a:endParaRPr lang="es-ES" sz="2400" dirty="0"/>
          </a:p>
          <a:p>
            <a:r>
              <a:rPr lang="es-ES" sz="2400" b="1" dirty="0" err="1"/>
              <a:t>dt</a:t>
            </a:r>
            <a:r>
              <a:rPr lang="es-ES" sz="2400" dirty="0"/>
              <a:t>: </a:t>
            </a:r>
            <a:r>
              <a:rPr lang="es-ES" sz="2400" dirty="0" err="1"/>
              <a:t>description</a:t>
            </a:r>
            <a:r>
              <a:rPr lang="es-ES" sz="2400" dirty="0"/>
              <a:t> </a:t>
            </a:r>
            <a:r>
              <a:rPr lang="es-ES" sz="2400" dirty="0" err="1"/>
              <a:t>term</a:t>
            </a:r>
            <a:endParaRPr lang="es-ES" sz="2400" dirty="0"/>
          </a:p>
          <a:p>
            <a:r>
              <a:rPr lang="es-ES" sz="2400" b="1" dirty="0" err="1"/>
              <a:t>dd</a:t>
            </a:r>
            <a:r>
              <a:rPr lang="es-ES" sz="2400" dirty="0"/>
              <a:t>: </a:t>
            </a:r>
            <a:r>
              <a:rPr lang="es-ES" sz="2400" dirty="0" err="1"/>
              <a:t>description</a:t>
            </a:r>
            <a:r>
              <a:rPr lang="es-ES" sz="2400" dirty="0"/>
              <a:t> </a:t>
            </a:r>
            <a:r>
              <a:rPr lang="es-ES" sz="2400" dirty="0" err="1"/>
              <a:t>definition</a:t>
            </a:r>
            <a:r>
              <a:rPr lang="es-ES" sz="2400" dirty="0"/>
              <a:t> </a:t>
            </a:r>
          </a:p>
        </p:txBody>
      </p:sp>
    </p:spTree>
    <p:extLst>
      <p:ext uri="{BB962C8B-B14F-4D97-AF65-F5344CB8AC3E}">
        <p14:creationId xmlns:p14="http://schemas.microsoft.com/office/powerpoint/2010/main" val="27272432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Listas</a:t>
            </a:r>
          </a:p>
        </p:txBody>
      </p:sp>
      <p:sp>
        <p:nvSpPr>
          <p:cNvPr id="4" name="CuadroTexto 3">
            <a:extLst>
              <a:ext uri="{FF2B5EF4-FFF2-40B4-BE49-F238E27FC236}">
                <a16:creationId xmlns:a16="http://schemas.microsoft.com/office/drawing/2014/main" id="{869AF4BA-8507-CC48-61C6-7E374C40D7C4}"/>
              </a:ext>
            </a:extLst>
          </p:cNvPr>
          <p:cNvSpPr txBox="1"/>
          <p:nvPr/>
        </p:nvSpPr>
        <p:spPr>
          <a:xfrm>
            <a:off x="295274" y="1471851"/>
            <a:ext cx="9351645" cy="369332"/>
          </a:xfrm>
          <a:prstGeom prst="rect">
            <a:avLst/>
          </a:prstGeom>
          <a:noFill/>
        </p:spPr>
        <p:txBody>
          <a:bodyPr wrap="square">
            <a:spAutoFit/>
          </a:bodyPr>
          <a:lstStyle/>
          <a:p>
            <a:pPr algn="just"/>
            <a:r>
              <a:rPr lang="es-ES" b="1" dirty="0"/>
              <a:t>Ejemplo de una lista de términos:</a:t>
            </a:r>
          </a:p>
        </p:txBody>
      </p:sp>
      <p:pic>
        <p:nvPicPr>
          <p:cNvPr id="5" name="Imagen 4">
            <a:extLst>
              <a:ext uri="{FF2B5EF4-FFF2-40B4-BE49-F238E27FC236}">
                <a16:creationId xmlns:a16="http://schemas.microsoft.com/office/drawing/2014/main" id="{75C3299D-9B23-6842-BFD1-FCF6329F580B}"/>
              </a:ext>
            </a:extLst>
          </p:cNvPr>
          <p:cNvPicPr>
            <a:picLocks noChangeAspect="1"/>
          </p:cNvPicPr>
          <p:nvPr/>
        </p:nvPicPr>
        <p:blipFill>
          <a:blip r:embed="rId3"/>
          <a:stretch>
            <a:fillRect/>
          </a:stretch>
        </p:blipFill>
        <p:spPr>
          <a:xfrm>
            <a:off x="4115127" y="1318259"/>
            <a:ext cx="4410691" cy="3535681"/>
          </a:xfrm>
          <a:prstGeom prst="rect">
            <a:avLst/>
          </a:prstGeom>
          <a:ln>
            <a:solidFill>
              <a:schemeClr val="accent1"/>
            </a:solidFill>
          </a:ln>
        </p:spPr>
      </p:pic>
    </p:spTree>
    <p:extLst>
      <p:ext uri="{BB962C8B-B14F-4D97-AF65-F5344CB8AC3E}">
        <p14:creationId xmlns:p14="http://schemas.microsoft.com/office/powerpoint/2010/main" val="27233136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678180" y="1386840"/>
            <a:ext cx="8592417" cy="3139321"/>
          </a:xfrm>
          <a:prstGeom prst="rect">
            <a:avLst/>
          </a:prstGeom>
          <a:noFill/>
        </p:spPr>
        <p:txBody>
          <a:bodyPr wrap="none" rtlCol="0">
            <a:spAutoFit/>
          </a:bodyPr>
          <a:lstStyle/>
          <a:p>
            <a:r>
              <a:rPr lang="es-ES" dirty="0"/>
              <a:t>Antes de CSS, las tablas eran muy utilizadas en </a:t>
            </a:r>
            <a:r>
              <a:rPr lang="es-ES" dirty="0" err="1"/>
              <a:t>html</a:t>
            </a:r>
            <a:r>
              <a:rPr lang="es-ES" dirty="0"/>
              <a:t> para la disposición o posicionamiento</a:t>
            </a:r>
          </a:p>
          <a:p>
            <a:r>
              <a:rPr lang="es-ES" dirty="0"/>
              <a:t>de los elementos de un documento </a:t>
            </a:r>
            <a:r>
              <a:rPr lang="es-ES" dirty="0" err="1"/>
              <a:t>html</a:t>
            </a:r>
            <a:r>
              <a:rPr lang="es-ES" dirty="0"/>
              <a:t>.</a:t>
            </a:r>
          </a:p>
          <a:p>
            <a:endParaRPr lang="es-ES" dirty="0"/>
          </a:p>
          <a:p>
            <a:r>
              <a:rPr lang="es-ES" dirty="0"/>
              <a:t>Las tablas se representan en </a:t>
            </a:r>
            <a:r>
              <a:rPr lang="es-ES" dirty="0" err="1"/>
              <a:t>html</a:t>
            </a:r>
            <a:r>
              <a:rPr lang="es-ES" dirty="0"/>
              <a:t> con el elemento </a:t>
            </a:r>
            <a:r>
              <a:rPr lang="es-ES" b="1" dirty="0"/>
              <a:t>table. </a:t>
            </a:r>
            <a:r>
              <a:rPr lang="es-ES" dirty="0"/>
              <a:t>Las tablas están formadas por </a:t>
            </a:r>
          </a:p>
          <a:p>
            <a:r>
              <a:rPr lang="es-ES" dirty="0"/>
              <a:t>columnas y filas por lo que este elemento contendrá etiquetas  para definirlas</a:t>
            </a:r>
          </a:p>
          <a:p>
            <a:endParaRPr lang="es-ES" dirty="0"/>
          </a:p>
          <a:p>
            <a:r>
              <a:rPr lang="es-ES" dirty="0"/>
              <a:t>&lt;</a:t>
            </a:r>
            <a:r>
              <a:rPr lang="es-ES" dirty="0" err="1"/>
              <a:t>tr</a:t>
            </a:r>
            <a:r>
              <a:rPr lang="es-ES" dirty="0"/>
              <a:t>&gt; -&gt; table </a:t>
            </a:r>
            <a:r>
              <a:rPr lang="es-ES" dirty="0" err="1"/>
              <a:t>row</a:t>
            </a:r>
            <a:r>
              <a:rPr lang="es-ES" dirty="0"/>
              <a:t> (filas)</a:t>
            </a:r>
          </a:p>
          <a:p>
            <a:r>
              <a:rPr lang="es-ES" dirty="0"/>
              <a:t>&lt;</a:t>
            </a:r>
            <a:r>
              <a:rPr lang="es-ES" dirty="0" err="1"/>
              <a:t>th</a:t>
            </a:r>
            <a:r>
              <a:rPr lang="es-ES" dirty="0"/>
              <a:t>&gt; -&gt; table </a:t>
            </a:r>
            <a:r>
              <a:rPr lang="es-ES" dirty="0" err="1"/>
              <a:t>header</a:t>
            </a:r>
            <a:r>
              <a:rPr lang="es-ES" dirty="0"/>
              <a:t>  (columnas)</a:t>
            </a:r>
          </a:p>
          <a:p>
            <a:r>
              <a:rPr lang="es-ES" dirty="0"/>
              <a:t>&lt;</a:t>
            </a:r>
            <a:r>
              <a:rPr lang="es-ES" dirty="0" err="1"/>
              <a:t>td</a:t>
            </a:r>
            <a:r>
              <a:rPr lang="es-ES" dirty="0"/>
              <a:t>&gt; -&gt; table data (columnas)</a:t>
            </a:r>
          </a:p>
          <a:p>
            <a:endParaRPr lang="es-ES" dirty="0"/>
          </a:p>
          <a:p>
            <a:r>
              <a:rPr lang="es-ES" dirty="0"/>
              <a:t>Más adelante veremos  los atributos y las etiquetas  utilizadas en las tablas</a:t>
            </a:r>
          </a:p>
        </p:txBody>
      </p:sp>
    </p:spTree>
    <p:extLst>
      <p:ext uri="{BB962C8B-B14F-4D97-AF65-F5344CB8AC3E}">
        <p14:creationId xmlns:p14="http://schemas.microsoft.com/office/powerpoint/2010/main" val="2815334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sp>
        <p:nvSpPr>
          <p:cNvPr id="4" name="CuadroTexto 3">
            <a:extLst>
              <a:ext uri="{FF2B5EF4-FFF2-40B4-BE49-F238E27FC236}">
                <a16:creationId xmlns:a16="http://schemas.microsoft.com/office/drawing/2014/main" id="{3F375272-600B-032B-ADE2-67E1E5969D56}"/>
              </a:ext>
            </a:extLst>
          </p:cNvPr>
          <p:cNvSpPr txBox="1"/>
          <p:nvPr/>
        </p:nvSpPr>
        <p:spPr>
          <a:xfrm>
            <a:off x="495300" y="1661160"/>
            <a:ext cx="9369616" cy="2031325"/>
          </a:xfrm>
          <a:prstGeom prst="rect">
            <a:avLst/>
          </a:prstGeom>
          <a:noFill/>
        </p:spPr>
        <p:txBody>
          <a:bodyPr wrap="none" rtlCol="0">
            <a:spAutoFit/>
          </a:bodyPr>
          <a:lstStyle/>
          <a:p>
            <a:r>
              <a:rPr lang="es-ES" dirty="0"/>
              <a:t>Actividad. Crea la siguiente tabla:</a:t>
            </a:r>
          </a:p>
          <a:p>
            <a:endParaRPr lang="es-ES" dirty="0"/>
          </a:p>
          <a:p>
            <a:endParaRPr lang="es-ES" dirty="0"/>
          </a:p>
          <a:p>
            <a:r>
              <a:rPr lang="es-ES" dirty="0"/>
              <a:t>Nota: Te darás cuenta que por defecto la tabla se crea sin bordes, así que añade el atributo </a:t>
            </a:r>
            <a:r>
              <a:rPr lang="es-ES" dirty="0" err="1"/>
              <a:t>border</a:t>
            </a:r>
            <a:endParaRPr lang="es-ES" dirty="0"/>
          </a:p>
          <a:p>
            <a:r>
              <a:rPr lang="es-ES" dirty="0"/>
              <a:t>al elemento table. (Si, </a:t>
            </a:r>
            <a:r>
              <a:rPr lang="es-ES" dirty="0" err="1"/>
              <a:t>border</a:t>
            </a:r>
            <a:r>
              <a:rPr lang="es-ES" dirty="0"/>
              <a:t> es un atributo deprecado, pero aun no hemos visto </a:t>
            </a:r>
            <a:r>
              <a:rPr lang="es-ES" dirty="0" err="1"/>
              <a:t>css</a:t>
            </a:r>
            <a:r>
              <a:rPr lang="es-ES" dirty="0"/>
              <a:t>)</a:t>
            </a:r>
          </a:p>
          <a:p>
            <a:endParaRPr lang="es-ES" dirty="0"/>
          </a:p>
          <a:p>
            <a:endParaRPr lang="es-ES" dirty="0"/>
          </a:p>
        </p:txBody>
      </p:sp>
      <p:pic>
        <p:nvPicPr>
          <p:cNvPr id="6" name="Imagen 5">
            <a:extLst>
              <a:ext uri="{FF2B5EF4-FFF2-40B4-BE49-F238E27FC236}">
                <a16:creationId xmlns:a16="http://schemas.microsoft.com/office/drawing/2014/main" id="{18572498-A83B-3B9D-CF78-C90B0D862527}"/>
              </a:ext>
            </a:extLst>
          </p:cNvPr>
          <p:cNvPicPr>
            <a:picLocks noChangeAspect="1"/>
          </p:cNvPicPr>
          <p:nvPr/>
        </p:nvPicPr>
        <p:blipFill>
          <a:blip r:embed="rId3"/>
          <a:stretch>
            <a:fillRect/>
          </a:stretch>
        </p:blipFill>
        <p:spPr>
          <a:xfrm>
            <a:off x="4486856" y="1444569"/>
            <a:ext cx="771633" cy="800212"/>
          </a:xfrm>
          <a:prstGeom prst="rect">
            <a:avLst/>
          </a:prstGeom>
        </p:spPr>
      </p:pic>
    </p:spTree>
    <p:extLst>
      <p:ext uri="{BB962C8B-B14F-4D97-AF65-F5344CB8AC3E}">
        <p14:creationId xmlns:p14="http://schemas.microsoft.com/office/powerpoint/2010/main" val="4292377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sp>
        <p:nvSpPr>
          <p:cNvPr id="4" name="CuadroTexto 3">
            <a:extLst>
              <a:ext uri="{FF2B5EF4-FFF2-40B4-BE49-F238E27FC236}">
                <a16:creationId xmlns:a16="http://schemas.microsoft.com/office/drawing/2014/main" id="{B8D4BE28-0074-F83E-197F-D8BA8E27FFE5}"/>
              </a:ext>
            </a:extLst>
          </p:cNvPr>
          <p:cNvSpPr txBox="1"/>
          <p:nvPr/>
        </p:nvSpPr>
        <p:spPr>
          <a:xfrm>
            <a:off x="335280" y="1508760"/>
            <a:ext cx="9820702" cy="3693319"/>
          </a:xfrm>
          <a:prstGeom prst="rect">
            <a:avLst/>
          </a:prstGeom>
          <a:noFill/>
        </p:spPr>
        <p:txBody>
          <a:bodyPr wrap="none" rtlCol="0">
            <a:spAutoFit/>
          </a:bodyPr>
          <a:lstStyle/>
          <a:p>
            <a:r>
              <a:rPr lang="es-ES" dirty="0"/>
              <a:t>Otros elementos que encontramos en las tablas:</a:t>
            </a:r>
          </a:p>
          <a:p>
            <a:r>
              <a:rPr lang="es-ES" b="1" dirty="0"/>
              <a:t>&lt;</a:t>
            </a:r>
            <a:r>
              <a:rPr lang="es-ES" b="1" dirty="0" err="1"/>
              <a:t>thead</a:t>
            </a:r>
            <a:r>
              <a:rPr lang="es-ES" b="1" dirty="0"/>
              <a:t>&gt;, &lt;</a:t>
            </a:r>
            <a:r>
              <a:rPr lang="es-ES" b="1" dirty="0" err="1"/>
              <a:t>tfoot</a:t>
            </a:r>
            <a:r>
              <a:rPr lang="es-ES" b="1" dirty="0"/>
              <a:t>&gt;,&lt;</a:t>
            </a:r>
            <a:r>
              <a:rPr lang="es-ES" b="1" dirty="0" err="1"/>
              <a:t>tbody</a:t>
            </a:r>
            <a:r>
              <a:rPr lang="es-ES" b="1" dirty="0"/>
              <a:t>&gt;</a:t>
            </a:r>
            <a:r>
              <a:rPr lang="es-ES" dirty="0"/>
              <a:t>: Sirven para agrupar filas en la cabecera el pie o en el cuerpo de una tabla.</a:t>
            </a:r>
          </a:p>
          <a:p>
            <a:endParaRPr lang="es-ES" dirty="0"/>
          </a:p>
          <a:p>
            <a:r>
              <a:rPr lang="es-ES" dirty="0"/>
              <a:t>Cada grupo de filas debe de tener al menos una fila definida por &lt;</a:t>
            </a:r>
            <a:r>
              <a:rPr lang="es-ES" dirty="0" err="1"/>
              <a:t>tr</a:t>
            </a:r>
            <a:r>
              <a:rPr lang="es-ES" dirty="0"/>
              <a:t>&gt;</a:t>
            </a:r>
          </a:p>
          <a:p>
            <a:endParaRPr lang="es-ES" dirty="0"/>
          </a:p>
          <a:p>
            <a:r>
              <a:rPr lang="es-ES" dirty="0"/>
              <a:t>Utilizar estas etiquetas puede útil si, por ejemplo, queremos imprimir el documento web y la </a:t>
            </a:r>
          </a:p>
          <a:p>
            <a:r>
              <a:rPr lang="es-ES" dirty="0"/>
              <a:t>tabla ocupa más de una página. En este caso en cada página aparece el </a:t>
            </a:r>
            <a:r>
              <a:rPr lang="es-ES" dirty="0" err="1"/>
              <a:t>el</a:t>
            </a:r>
            <a:r>
              <a:rPr lang="es-ES" dirty="0"/>
              <a:t> </a:t>
            </a:r>
            <a:r>
              <a:rPr lang="es-ES" dirty="0" err="1"/>
              <a:t>header</a:t>
            </a:r>
            <a:r>
              <a:rPr lang="es-ES" dirty="0"/>
              <a:t> y el </a:t>
            </a:r>
            <a:r>
              <a:rPr lang="es-ES" dirty="0" err="1"/>
              <a:t>foot</a:t>
            </a:r>
            <a:r>
              <a:rPr lang="es-ES" dirty="0"/>
              <a:t> para facilitar</a:t>
            </a:r>
          </a:p>
          <a:p>
            <a:r>
              <a:rPr lang="es-ES" dirty="0"/>
              <a:t>la lectura.</a:t>
            </a:r>
          </a:p>
          <a:p>
            <a:endParaRPr lang="es-ES" dirty="0"/>
          </a:p>
          <a:p>
            <a:r>
              <a:rPr lang="es-ES" b="1" dirty="0"/>
              <a:t>&lt;</a:t>
            </a:r>
            <a:r>
              <a:rPr lang="es-ES" b="1" dirty="0" err="1"/>
              <a:t>caption</a:t>
            </a:r>
            <a:r>
              <a:rPr lang="es-ES" b="1" dirty="0"/>
              <a:t>&gt; </a:t>
            </a:r>
            <a:r>
              <a:rPr lang="es-ES" dirty="0"/>
              <a:t>Sirve para poner un título a una tabla. Aparece justo encima.</a:t>
            </a:r>
          </a:p>
          <a:p>
            <a:endParaRPr lang="es-ES" dirty="0"/>
          </a:p>
          <a:p>
            <a:r>
              <a:rPr lang="es-ES" b="1" dirty="0"/>
              <a:t>&lt;</a:t>
            </a:r>
            <a:r>
              <a:rPr lang="es-ES" b="1" dirty="0" err="1"/>
              <a:t>colgroup</a:t>
            </a:r>
            <a:r>
              <a:rPr lang="es-ES" b="1" dirty="0"/>
              <a:t>&gt; </a:t>
            </a:r>
            <a:r>
              <a:rPr lang="es-ES" dirty="0"/>
              <a:t>y </a:t>
            </a:r>
            <a:r>
              <a:rPr lang="es-ES" b="1" dirty="0"/>
              <a:t>&lt;col&gt; </a:t>
            </a:r>
            <a:r>
              <a:rPr lang="es-ES" dirty="0"/>
              <a:t>Agrupación de columnas</a:t>
            </a:r>
          </a:p>
          <a:p>
            <a:endParaRPr lang="es-ES" dirty="0"/>
          </a:p>
        </p:txBody>
      </p:sp>
    </p:spTree>
    <p:extLst>
      <p:ext uri="{BB962C8B-B14F-4D97-AF65-F5344CB8AC3E}">
        <p14:creationId xmlns:p14="http://schemas.microsoft.com/office/powerpoint/2010/main" val="3159253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pic>
        <p:nvPicPr>
          <p:cNvPr id="5" name="Imagen 4">
            <a:extLst>
              <a:ext uri="{FF2B5EF4-FFF2-40B4-BE49-F238E27FC236}">
                <a16:creationId xmlns:a16="http://schemas.microsoft.com/office/drawing/2014/main" id="{F7C601A7-386E-6DA7-3F89-A9CFDC6D88EA}"/>
              </a:ext>
            </a:extLst>
          </p:cNvPr>
          <p:cNvPicPr>
            <a:picLocks noChangeAspect="1"/>
          </p:cNvPicPr>
          <p:nvPr/>
        </p:nvPicPr>
        <p:blipFill>
          <a:blip r:embed="rId3"/>
          <a:stretch>
            <a:fillRect/>
          </a:stretch>
        </p:blipFill>
        <p:spPr>
          <a:xfrm>
            <a:off x="1034491" y="1325105"/>
            <a:ext cx="8011643" cy="4020358"/>
          </a:xfrm>
          <a:prstGeom prst="rect">
            <a:avLst/>
          </a:prstGeom>
        </p:spPr>
      </p:pic>
    </p:spTree>
    <p:extLst>
      <p:ext uri="{BB962C8B-B14F-4D97-AF65-F5344CB8AC3E}">
        <p14:creationId xmlns:p14="http://schemas.microsoft.com/office/powerpoint/2010/main" val="124756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sp>
        <p:nvSpPr>
          <p:cNvPr id="4" name="CuadroTexto 3">
            <a:extLst>
              <a:ext uri="{FF2B5EF4-FFF2-40B4-BE49-F238E27FC236}">
                <a16:creationId xmlns:a16="http://schemas.microsoft.com/office/drawing/2014/main" id="{B8D4BE28-0074-F83E-197F-D8BA8E27FFE5}"/>
              </a:ext>
            </a:extLst>
          </p:cNvPr>
          <p:cNvSpPr txBox="1"/>
          <p:nvPr/>
        </p:nvSpPr>
        <p:spPr>
          <a:xfrm>
            <a:off x="335280" y="1508760"/>
            <a:ext cx="9678034" cy="2585323"/>
          </a:xfrm>
          <a:prstGeom prst="rect">
            <a:avLst/>
          </a:prstGeom>
          <a:noFill/>
        </p:spPr>
        <p:txBody>
          <a:bodyPr wrap="none" rtlCol="0">
            <a:spAutoFit/>
          </a:bodyPr>
          <a:lstStyle/>
          <a:p>
            <a:r>
              <a:rPr lang="es-ES" dirty="0"/>
              <a:t>Atributos en las tablas: La mayoría de los atributos que se utilizaban en las tablas  se han marcado </a:t>
            </a:r>
          </a:p>
          <a:p>
            <a:r>
              <a:rPr lang="es-ES" dirty="0"/>
              <a:t>Como obsoletos en favor de usar estilos con </a:t>
            </a:r>
            <a:r>
              <a:rPr lang="es-ES" dirty="0" err="1"/>
              <a:t>css</a:t>
            </a:r>
            <a:r>
              <a:rPr lang="es-ES" dirty="0"/>
              <a:t>: </a:t>
            </a:r>
            <a:r>
              <a:rPr lang="es-ES" dirty="0" err="1"/>
              <a:t>align</a:t>
            </a:r>
            <a:r>
              <a:rPr lang="es-ES" dirty="0"/>
              <a:t>, </a:t>
            </a:r>
            <a:r>
              <a:rPr lang="es-ES" dirty="0" err="1"/>
              <a:t>bgcolor</a:t>
            </a:r>
            <a:r>
              <a:rPr lang="es-ES" dirty="0"/>
              <a:t>, </a:t>
            </a:r>
            <a:r>
              <a:rPr lang="es-ES" dirty="0" err="1"/>
              <a:t>border</a:t>
            </a:r>
            <a:r>
              <a:rPr lang="es-ES" dirty="0"/>
              <a:t>, </a:t>
            </a:r>
            <a:r>
              <a:rPr lang="es-ES" dirty="0" err="1"/>
              <a:t>cellpadding</a:t>
            </a:r>
            <a:r>
              <a:rPr lang="es-ES" dirty="0"/>
              <a:t>, </a:t>
            </a:r>
            <a:r>
              <a:rPr lang="es-ES" dirty="0" err="1"/>
              <a:t>cellspacing</a:t>
            </a:r>
            <a:r>
              <a:rPr lang="es-ES" dirty="0"/>
              <a:t>, </a:t>
            </a:r>
            <a:r>
              <a:rPr lang="es-ES" dirty="0" err="1"/>
              <a:t>etc</a:t>
            </a:r>
            <a:endParaRPr lang="es-ES" dirty="0"/>
          </a:p>
          <a:p>
            <a:endParaRPr lang="es-ES" dirty="0"/>
          </a:p>
          <a:p>
            <a:r>
              <a:rPr lang="es-ES" dirty="0"/>
              <a:t>En la imagen anterior hemos visto el atributo </a:t>
            </a:r>
            <a:r>
              <a:rPr lang="es-ES" dirty="0" err="1"/>
              <a:t>style</a:t>
            </a:r>
            <a:r>
              <a:rPr lang="es-ES" dirty="0"/>
              <a:t>. Este atributo sirve para añadir estilo </a:t>
            </a:r>
            <a:r>
              <a:rPr lang="es-ES" dirty="0" err="1"/>
              <a:t>css</a:t>
            </a:r>
            <a:r>
              <a:rPr lang="es-ES" dirty="0"/>
              <a:t> </a:t>
            </a:r>
          </a:p>
          <a:p>
            <a:r>
              <a:rPr lang="es-ES" dirty="0"/>
              <a:t>a la etiqueta. No obstante, </a:t>
            </a:r>
            <a:r>
              <a:rPr lang="es-ES" b="1" dirty="0"/>
              <a:t>es una mala práctica </a:t>
            </a:r>
            <a:r>
              <a:rPr lang="es-ES" dirty="0"/>
              <a:t>añadir de esta manera código </a:t>
            </a:r>
            <a:r>
              <a:rPr lang="es-ES" dirty="0" err="1"/>
              <a:t>css</a:t>
            </a:r>
            <a:r>
              <a:rPr lang="es-ES" dirty="0"/>
              <a:t>. Cuando lleguemos</a:t>
            </a:r>
          </a:p>
          <a:p>
            <a:r>
              <a:rPr lang="es-ES" dirty="0"/>
              <a:t>a </a:t>
            </a:r>
            <a:r>
              <a:rPr lang="es-ES" dirty="0" err="1"/>
              <a:t>css</a:t>
            </a:r>
            <a:r>
              <a:rPr lang="es-ES" dirty="0"/>
              <a:t> lo veremos.</a:t>
            </a:r>
          </a:p>
          <a:p>
            <a:endParaRPr lang="es-ES" dirty="0"/>
          </a:p>
          <a:p>
            <a:r>
              <a:rPr lang="es-ES" dirty="0"/>
              <a:t>Atributo </a:t>
            </a:r>
            <a:r>
              <a:rPr lang="es-ES" b="1" dirty="0" err="1"/>
              <a:t>colspan</a:t>
            </a:r>
            <a:r>
              <a:rPr lang="es-ES" dirty="0"/>
              <a:t>: Numero entero no negativo que indica el número de columnas a agrupar.</a:t>
            </a:r>
          </a:p>
          <a:p>
            <a:r>
              <a:rPr lang="es-ES" dirty="0"/>
              <a:t>Atributo </a:t>
            </a:r>
            <a:r>
              <a:rPr lang="es-ES" b="1" dirty="0" err="1"/>
              <a:t>rowspan</a:t>
            </a:r>
            <a:r>
              <a:rPr lang="es-ES" dirty="0"/>
              <a:t>: Igual que el anterior solo que con filas.</a:t>
            </a:r>
          </a:p>
        </p:txBody>
      </p:sp>
    </p:spTree>
    <p:extLst>
      <p:ext uri="{BB962C8B-B14F-4D97-AF65-F5344CB8AC3E}">
        <p14:creationId xmlns:p14="http://schemas.microsoft.com/office/powerpoint/2010/main" val="19798557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TABLAS</a:t>
            </a:r>
          </a:p>
        </p:txBody>
      </p:sp>
      <p:sp>
        <p:nvSpPr>
          <p:cNvPr id="4" name="CuadroTexto 3">
            <a:extLst>
              <a:ext uri="{FF2B5EF4-FFF2-40B4-BE49-F238E27FC236}">
                <a16:creationId xmlns:a16="http://schemas.microsoft.com/office/drawing/2014/main" id="{B8D4BE28-0074-F83E-197F-D8BA8E27FFE5}"/>
              </a:ext>
            </a:extLst>
          </p:cNvPr>
          <p:cNvSpPr txBox="1"/>
          <p:nvPr/>
        </p:nvSpPr>
        <p:spPr>
          <a:xfrm>
            <a:off x="335280" y="1508760"/>
            <a:ext cx="3002040" cy="369332"/>
          </a:xfrm>
          <a:prstGeom prst="rect">
            <a:avLst/>
          </a:prstGeom>
          <a:noFill/>
        </p:spPr>
        <p:txBody>
          <a:bodyPr wrap="none" rtlCol="0">
            <a:spAutoFit/>
          </a:bodyPr>
          <a:lstStyle/>
          <a:p>
            <a:r>
              <a:rPr lang="es-ES" b="1" dirty="0"/>
              <a:t>Actividad. Ejercicios de tablas</a:t>
            </a:r>
          </a:p>
        </p:txBody>
      </p:sp>
    </p:spTree>
    <p:extLst>
      <p:ext uri="{BB962C8B-B14F-4D97-AF65-F5344CB8AC3E}">
        <p14:creationId xmlns:p14="http://schemas.microsoft.com/office/powerpoint/2010/main" val="6681744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Referencias de caracteres</a:t>
            </a:r>
          </a:p>
        </p:txBody>
      </p:sp>
      <p:sp>
        <p:nvSpPr>
          <p:cNvPr id="6" name="CuadroTexto 5">
            <a:extLst>
              <a:ext uri="{FF2B5EF4-FFF2-40B4-BE49-F238E27FC236}">
                <a16:creationId xmlns:a16="http://schemas.microsoft.com/office/drawing/2014/main" id="{6CB32F80-E705-5BA2-CAD9-36D1C18D1FB5}"/>
              </a:ext>
            </a:extLst>
          </p:cNvPr>
          <p:cNvSpPr txBox="1"/>
          <p:nvPr/>
        </p:nvSpPr>
        <p:spPr>
          <a:xfrm>
            <a:off x="868680" y="1470660"/>
            <a:ext cx="8916672" cy="646331"/>
          </a:xfrm>
          <a:prstGeom prst="rect">
            <a:avLst/>
          </a:prstGeom>
          <a:noFill/>
        </p:spPr>
        <p:txBody>
          <a:bodyPr wrap="none" rtlCol="0">
            <a:spAutoFit/>
          </a:bodyPr>
          <a:lstStyle/>
          <a:p>
            <a:r>
              <a:rPr lang="es-ES" dirty="0"/>
              <a:t>En </a:t>
            </a:r>
            <a:r>
              <a:rPr lang="es-ES" dirty="0" err="1"/>
              <a:t>html</a:t>
            </a:r>
            <a:r>
              <a:rPr lang="es-ES" dirty="0"/>
              <a:t> podemos añadir caracteres que no tengamos en nuestro teclado mediante un código</a:t>
            </a:r>
          </a:p>
          <a:p>
            <a:r>
              <a:rPr lang="es-ES" dirty="0"/>
              <a:t>con el fin de poder mostrarlos en nuestros documentos web</a:t>
            </a:r>
          </a:p>
        </p:txBody>
      </p:sp>
      <p:sp>
        <p:nvSpPr>
          <p:cNvPr id="3" name="CuadroTexto 2">
            <a:extLst>
              <a:ext uri="{FF2B5EF4-FFF2-40B4-BE49-F238E27FC236}">
                <a16:creationId xmlns:a16="http://schemas.microsoft.com/office/drawing/2014/main" id="{D58C2043-DD53-19AD-3FF6-4EEA6A1F9485}"/>
              </a:ext>
            </a:extLst>
          </p:cNvPr>
          <p:cNvSpPr txBox="1"/>
          <p:nvPr/>
        </p:nvSpPr>
        <p:spPr>
          <a:xfrm>
            <a:off x="822960" y="2125980"/>
            <a:ext cx="6301469" cy="646331"/>
          </a:xfrm>
          <a:prstGeom prst="rect">
            <a:avLst/>
          </a:prstGeom>
          <a:noFill/>
        </p:spPr>
        <p:txBody>
          <a:bodyPr wrap="none" rtlCol="0">
            <a:spAutoFit/>
          </a:bodyPr>
          <a:lstStyle/>
          <a:p>
            <a:r>
              <a:rPr lang="es-ES" dirty="0"/>
              <a:t>Referencia de caracteres soportado por HTML: </a:t>
            </a:r>
          </a:p>
          <a:p>
            <a:r>
              <a:rPr lang="es-ES" dirty="0">
                <a:hlinkClick r:id="rId3"/>
              </a:rPr>
              <a:t>https://html.spec.whatwg.org/multipage/named-characters.html</a:t>
            </a:r>
            <a:endParaRPr lang="es-ES" dirty="0"/>
          </a:p>
        </p:txBody>
      </p:sp>
      <p:sp>
        <p:nvSpPr>
          <p:cNvPr id="4" name="CuadroTexto 3">
            <a:extLst>
              <a:ext uri="{FF2B5EF4-FFF2-40B4-BE49-F238E27FC236}">
                <a16:creationId xmlns:a16="http://schemas.microsoft.com/office/drawing/2014/main" id="{86BAC996-839C-E2EB-C1C3-BF1B57C5D8FD}"/>
              </a:ext>
            </a:extLst>
          </p:cNvPr>
          <p:cNvSpPr txBox="1"/>
          <p:nvPr/>
        </p:nvSpPr>
        <p:spPr>
          <a:xfrm>
            <a:off x="891540" y="3048000"/>
            <a:ext cx="9023752" cy="1477328"/>
          </a:xfrm>
          <a:prstGeom prst="rect">
            <a:avLst/>
          </a:prstGeom>
          <a:noFill/>
        </p:spPr>
        <p:txBody>
          <a:bodyPr wrap="none" rtlCol="0">
            <a:spAutoFit/>
          </a:bodyPr>
          <a:lstStyle/>
          <a:p>
            <a:r>
              <a:rPr lang="es-ES" dirty="0"/>
              <a:t>¿Cómo podemos interpretar esta información?. Por ejemplo, queremos representar </a:t>
            </a:r>
          </a:p>
          <a:p>
            <a:r>
              <a:rPr lang="es-ES" dirty="0"/>
              <a:t>el símbolo </a:t>
            </a:r>
            <a:r>
              <a:rPr lang="es-ES" b="0" i="0" dirty="0">
                <a:solidFill>
                  <a:srgbClr val="000000"/>
                </a:solidFill>
                <a:effectLst/>
                <a:latin typeface="Times New Roman" panose="02020603050405020304" pitchFamily="18" charset="0"/>
              </a:rPr>
              <a:t>↓ </a:t>
            </a:r>
            <a:r>
              <a:rPr lang="es-ES" b="0" i="0" dirty="0">
                <a:solidFill>
                  <a:srgbClr val="000000"/>
                </a:solidFill>
                <a:effectLst/>
              </a:rPr>
              <a:t>ya que no viene en nuestro teclado. Si buscamos el símbolo en la documentación </a:t>
            </a:r>
          </a:p>
          <a:p>
            <a:r>
              <a:rPr lang="es-ES" dirty="0">
                <a:solidFill>
                  <a:srgbClr val="000000"/>
                </a:solidFill>
              </a:rPr>
              <a:t>encontramos lo siguiente. Para cada símbolo viene su nombre, su valor </a:t>
            </a:r>
            <a:r>
              <a:rPr lang="es-ES" dirty="0">
                <a:solidFill>
                  <a:srgbClr val="000000"/>
                </a:solidFill>
                <a:hlinkClick r:id="rId4"/>
              </a:rPr>
              <a:t>Unicode</a:t>
            </a:r>
            <a:r>
              <a:rPr lang="es-ES" dirty="0">
                <a:solidFill>
                  <a:srgbClr val="000000"/>
                </a:solidFill>
              </a:rPr>
              <a:t> y el símbolo </a:t>
            </a:r>
          </a:p>
          <a:p>
            <a:r>
              <a:rPr lang="es-ES" dirty="0">
                <a:solidFill>
                  <a:srgbClr val="000000"/>
                </a:solidFill>
              </a:rPr>
              <a:t>representado por el navegador</a:t>
            </a:r>
          </a:p>
          <a:p>
            <a:endParaRPr lang="es-ES" dirty="0"/>
          </a:p>
        </p:txBody>
      </p:sp>
      <p:pic>
        <p:nvPicPr>
          <p:cNvPr id="7" name="Imagen 6">
            <a:extLst>
              <a:ext uri="{FF2B5EF4-FFF2-40B4-BE49-F238E27FC236}">
                <a16:creationId xmlns:a16="http://schemas.microsoft.com/office/drawing/2014/main" id="{0B3767CE-A9A6-9860-08D6-7E0299E790A3}"/>
              </a:ext>
            </a:extLst>
          </p:cNvPr>
          <p:cNvPicPr>
            <a:picLocks noChangeAspect="1"/>
          </p:cNvPicPr>
          <p:nvPr/>
        </p:nvPicPr>
        <p:blipFill>
          <a:blip r:embed="rId5"/>
          <a:stretch>
            <a:fillRect/>
          </a:stretch>
        </p:blipFill>
        <p:spPr>
          <a:xfrm>
            <a:off x="1636657" y="4210650"/>
            <a:ext cx="5344271" cy="495369"/>
          </a:xfrm>
          <a:prstGeom prst="rect">
            <a:avLst/>
          </a:prstGeom>
        </p:spPr>
      </p:pic>
    </p:spTree>
    <p:extLst>
      <p:ext uri="{BB962C8B-B14F-4D97-AF65-F5344CB8AC3E}">
        <p14:creationId xmlns:p14="http://schemas.microsoft.com/office/powerpoint/2010/main" val="4040585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Referencias de caracteres</a:t>
            </a:r>
          </a:p>
        </p:txBody>
      </p:sp>
      <p:sp>
        <p:nvSpPr>
          <p:cNvPr id="8" name="CuadroTexto 7">
            <a:extLst>
              <a:ext uri="{FF2B5EF4-FFF2-40B4-BE49-F238E27FC236}">
                <a16:creationId xmlns:a16="http://schemas.microsoft.com/office/drawing/2014/main" id="{86B12D60-C5AF-400C-4D32-DAC8DE612634}"/>
              </a:ext>
            </a:extLst>
          </p:cNvPr>
          <p:cNvSpPr txBox="1"/>
          <p:nvPr/>
        </p:nvSpPr>
        <p:spPr>
          <a:xfrm>
            <a:off x="518160" y="1493520"/>
            <a:ext cx="9381351" cy="1200329"/>
          </a:xfrm>
          <a:prstGeom prst="rect">
            <a:avLst/>
          </a:prstGeom>
          <a:noFill/>
        </p:spPr>
        <p:txBody>
          <a:bodyPr wrap="none" rtlCol="0">
            <a:spAutoFit/>
          </a:bodyPr>
          <a:lstStyle/>
          <a:p>
            <a:r>
              <a:rPr lang="es-ES" b="1" dirty="0" err="1"/>
              <a:t>darr</a:t>
            </a:r>
            <a:r>
              <a:rPr lang="es-ES" dirty="0"/>
              <a:t> sería el nombre, que lo podemos representar mediante </a:t>
            </a:r>
            <a:r>
              <a:rPr lang="es-ES" b="1" dirty="0"/>
              <a:t>&amp;</a:t>
            </a:r>
            <a:r>
              <a:rPr lang="es-ES" b="1" dirty="0" err="1"/>
              <a:t>darr</a:t>
            </a:r>
            <a:r>
              <a:rPr lang="es-ES" b="1" dirty="0"/>
              <a:t>;</a:t>
            </a:r>
          </a:p>
          <a:p>
            <a:r>
              <a:rPr lang="es-ES" dirty="0"/>
              <a:t>Por otro lado,  U+02193 sería el valor UNICODE. Este valor si lo representamos en hexadecimal</a:t>
            </a:r>
          </a:p>
          <a:p>
            <a:r>
              <a:rPr lang="es-ES" dirty="0"/>
              <a:t>sería </a:t>
            </a:r>
            <a:r>
              <a:rPr lang="es-ES" b="1" dirty="0"/>
              <a:t>&amp;#x02193</a:t>
            </a:r>
            <a:r>
              <a:rPr lang="es-ES" dirty="0"/>
              <a:t>. También podríamos representar el símbolo en formato decimal, pasando 02193 a</a:t>
            </a:r>
          </a:p>
          <a:p>
            <a:r>
              <a:rPr lang="es-ES" dirty="0"/>
              <a:t>decimal, que sería </a:t>
            </a:r>
            <a:r>
              <a:rPr lang="es-ES" b="1" dirty="0"/>
              <a:t>&amp;#8595. </a:t>
            </a:r>
            <a:r>
              <a:rPr lang="es-ES" dirty="0"/>
              <a:t>Cualquiera de estas 3 opciones es entendible por el navegador.</a:t>
            </a:r>
          </a:p>
        </p:txBody>
      </p:sp>
      <p:pic>
        <p:nvPicPr>
          <p:cNvPr id="10" name="Imagen 9">
            <a:extLst>
              <a:ext uri="{FF2B5EF4-FFF2-40B4-BE49-F238E27FC236}">
                <a16:creationId xmlns:a16="http://schemas.microsoft.com/office/drawing/2014/main" id="{84C53B8A-A708-0303-6421-E15D480D4C1A}"/>
              </a:ext>
            </a:extLst>
          </p:cNvPr>
          <p:cNvPicPr>
            <a:picLocks noChangeAspect="1"/>
          </p:cNvPicPr>
          <p:nvPr/>
        </p:nvPicPr>
        <p:blipFill>
          <a:blip r:embed="rId3"/>
          <a:stretch>
            <a:fillRect/>
          </a:stretch>
        </p:blipFill>
        <p:spPr>
          <a:xfrm>
            <a:off x="1536524" y="2777007"/>
            <a:ext cx="7068536" cy="2372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15168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LINEA Y DE BLOQUE</a:t>
            </a:r>
          </a:p>
        </p:txBody>
      </p:sp>
      <p:sp>
        <p:nvSpPr>
          <p:cNvPr id="3" name="CuadroTexto 2">
            <a:extLst>
              <a:ext uri="{FF2B5EF4-FFF2-40B4-BE49-F238E27FC236}">
                <a16:creationId xmlns:a16="http://schemas.microsoft.com/office/drawing/2014/main" id="{4AC424A7-99A4-4B9E-DCB7-61DF786FADD0}"/>
              </a:ext>
            </a:extLst>
          </p:cNvPr>
          <p:cNvSpPr txBox="1"/>
          <p:nvPr/>
        </p:nvSpPr>
        <p:spPr>
          <a:xfrm>
            <a:off x="297180" y="1356360"/>
            <a:ext cx="9585316" cy="1754326"/>
          </a:xfrm>
          <a:prstGeom prst="rect">
            <a:avLst/>
          </a:prstGeom>
          <a:noFill/>
        </p:spPr>
        <p:txBody>
          <a:bodyPr wrap="none" rtlCol="0">
            <a:spAutoFit/>
          </a:bodyPr>
          <a:lstStyle/>
          <a:p>
            <a:r>
              <a:rPr lang="es-ES" dirty="0"/>
              <a:t>Hasta ahora, se han mostrado algunas etiquetas y se ha hecho un ejemplo. Pero quizá hay algo </a:t>
            </a:r>
          </a:p>
          <a:p>
            <a:r>
              <a:rPr lang="es-ES" dirty="0"/>
              <a:t>que ha pasado desapercibido. Algunas etiquetas como &lt;p&gt; Siempre comienzan por una nueva línea</a:t>
            </a:r>
          </a:p>
          <a:p>
            <a:r>
              <a:rPr lang="es-ES" dirty="0"/>
              <a:t>y otras como &lt;a&gt; se aplican directamente generando continuidad y sin introducir saltos de línea.</a:t>
            </a:r>
          </a:p>
          <a:p>
            <a:r>
              <a:rPr lang="es-ES" dirty="0"/>
              <a:t>Esto se conoce como elementos de bloque y de línea, permitiendo así una clasificación de etiquetas.</a:t>
            </a:r>
          </a:p>
          <a:p>
            <a:r>
              <a:rPr lang="es-ES" dirty="0"/>
              <a:t>resumiendo, los elementos en bloque se inician en una nueva línea mientras que los elementos</a:t>
            </a:r>
          </a:p>
          <a:p>
            <a:r>
              <a:rPr lang="es-ES" dirty="0"/>
              <a:t>de línea se aplican dentro de la misma línea.</a:t>
            </a:r>
          </a:p>
        </p:txBody>
      </p:sp>
      <p:sp>
        <p:nvSpPr>
          <p:cNvPr id="4" name="Rectángulo 3">
            <a:extLst>
              <a:ext uri="{FF2B5EF4-FFF2-40B4-BE49-F238E27FC236}">
                <a16:creationId xmlns:a16="http://schemas.microsoft.com/office/drawing/2014/main" id="{D143F6C8-5F0F-F034-D82E-219137C4E6C3}"/>
              </a:ext>
            </a:extLst>
          </p:cNvPr>
          <p:cNvSpPr/>
          <p:nvPr/>
        </p:nvSpPr>
        <p:spPr>
          <a:xfrm>
            <a:off x="906780" y="3756660"/>
            <a:ext cx="1196340" cy="251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4376CA30-F037-6535-5BEF-54568EC24E80}"/>
              </a:ext>
            </a:extLst>
          </p:cNvPr>
          <p:cNvSpPr/>
          <p:nvPr/>
        </p:nvSpPr>
        <p:spPr>
          <a:xfrm>
            <a:off x="906780" y="4114800"/>
            <a:ext cx="1196340" cy="251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2F6E576F-6770-9102-6F29-5867BFA65D0F}"/>
              </a:ext>
            </a:extLst>
          </p:cNvPr>
          <p:cNvSpPr/>
          <p:nvPr/>
        </p:nvSpPr>
        <p:spPr>
          <a:xfrm>
            <a:off x="914400" y="4488180"/>
            <a:ext cx="1196340" cy="251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F3486404-026E-01FE-7705-FEAD2E890DDA}"/>
              </a:ext>
            </a:extLst>
          </p:cNvPr>
          <p:cNvSpPr/>
          <p:nvPr/>
        </p:nvSpPr>
        <p:spPr>
          <a:xfrm>
            <a:off x="914400" y="4838700"/>
            <a:ext cx="1196340" cy="251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D6749157-A326-E54C-BA30-E6CD31814D4E}"/>
              </a:ext>
            </a:extLst>
          </p:cNvPr>
          <p:cNvSpPr/>
          <p:nvPr/>
        </p:nvSpPr>
        <p:spPr>
          <a:xfrm>
            <a:off x="4008120" y="3726180"/>
            <a:ext cx="1196340" cy="25146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AE9D3DD8-8E84-8D4B-6B23-11632A4DE6F7}"/>
              </a:ext>
            </a:extLst>
          </p:cNvPr>
          <p:cNvSpPr/>
          <p:nvPr/>
        </p:nvSpPr>
        <p:spPr>
          <a:xfrm>
            <a:off x="5341620" y="3710940"/>
            <a:ext cx="426720" cy="25146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8B1B6D15-8523-E9B8-CE5F-B519DE1522A0}"/>
              </a:ext>
            </a:extLst>
          </p:cNvPr>
          <p:cNvSpPr/>
          <p:nvPr/>
        </p:nvSpPr>
        <p:spPr>
          <a:xfrm>
            <a:off x="5913120" y="3718560"/>
            <a:ext cx="1196340" cy="25146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07BCEC37-4177-B2A6-F37D-DDD20FE43912}"/>
              </a:ext>
            </a:extLst>
          </p:cNvPr>
          <p:cNvSpPr/>
          <p:nvPr/>
        </p:nvSpPr>
        <p:spPr>
          <a:xfrm>
            <a:off x="4015740" y="4099560"/>
            <a:ext cx="1196340" cy="25146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EF6C2442-F3C4-A0AB-5A48-72A829AD62AB}"/>
              </a:ext>
            </a:extLst>
          </p:cNvPr>
          <p:cNvSpPr/>
          <p:nvPr/>
        </p:nvSpPr>
        <p:spPr>
          <a:xfrm>
            <a:off x="5334000" y="4069080"/>
            <a:ext cx="1783080" cy="25146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F9995804-3E75-6436-04DF-047052A7C293}"/>
              </a:ext>
            </a:extLst>
          </p:cNvPr>
          <p:cNvSpPr txBox="1"/>
          <p:nvPr/>
        </p:nvSpPr>
        <p:spPr>
          <a:xfrm>
            <a:off x="4297680" y="3200400"/>
            <a:ext cx="2237087" cy="369332"/>
          </a:xfrm>
          <a:prstGeom prst="rect">
            <a:avLst/>
          </a:prstGeom>
          <a:noFill/>
        </p:spPr>
        <p:txBody>
          <a:bodyPr wrap="none" rtlCol="0">
            <a:spAutoFit/>
          </a:bodyPr>
          <a:lstStyle/>
          <a:p>
            <a:r>
              <a:rPr lang="es-ES" dirty="0"/>
              <a:t>ELEMENTOS DE LÍNEA</a:t>
            </a:r>
          </a:p>
        </p:txBody>
      </p:sp>
      <p:sp>
        <p:nvSpPr>
          <p:cNvPr id="15" name="CuadroTexto 14">
            <a:extLst>
              <a:ext uri="{FF2B5EF4-FFF2-40B4-BE49-F238E27FC236}">
                <a16:creationId xmlns:a16="http://schemas.microsoft.com/office/drawing/2014/main" id="{7F28FA94-82C9-0991-265F-36E76B32548A}"/>
              </a:ext>
            </a:extLst>
          </p:cNvPr>
          <p:cNvSpPr txBox="1"/>
          <p:nvPr/>
        </p:nvSpPr>
        <p:spPr>
          <a:xfrm>
            <a:off x="304800" y="3192780"/>
            <a:ext cx="2474973" cy="369332"/>
          </a:xfrm>
          <a:prstGeom prst="rect">
            <a:avLst/>
          </a:prstGeom>
          <a:noFill/>
        </p:spPr>
        <p:txBody>
          <a:bodyPr wrap="none" rtlCol="0">
            <a:spAutoFit/>
          </a:bodyPr>
          <a:lstStyle/>
          <a:p>
            <a:r>
              <a:rPr lang="es-ES" dirty="0"/>
              <a:t>ELEMENTOS DE BLOQUE</a:t>
            </a:r>
          </a:p>
        </p:txBody>
      </p:sp>
    </p:spTree>
    <p:extLst>
      <p:ext uri="{BB962C8B-B14F-4D97-AF65-F5344CB8AC3E}">
        <p14:creationId xmlns:p14="http://schemas.microsoft.com/office/powerpoint/2010/main" val="14366811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Herramientas de desarrollo del navegador</a:t>
            </a:r>
          </a:p>
        </p:txBody>
      </p:sp>
      <p:sp>
        <p:nvSpPr>
          <p:cNvPr id="16" name="CuadroTexto 15">
            <a:extLst>
              <a:ext uri="{FF2B5EF4-FFF2-40B4-BE49-F238E27FC236}">
                <a16:creationId xmlns:a16="http://schemas.microsoft.com/office/drawing/2014/main" id="{D71C6D98-5699-EF6F-0B7E-016AF45FB9FC}"/>
              </a:ext>
            </a:extLst>
          </p:cNvPr>
          <p:cNvSpPr txBox="1"/>
          <p:nvPr/>
        </p:nvSpPr>
        <p:spPr>
          <a:xfrm>
            <a:off x="942974" y="1933992"/>
            <a:ext cx="8414386" cy="3416320"/>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lang</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"es"</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Mi documento web</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Esto es un párrafo con un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href</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enlace</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que 	 	 no apunta a ningún sitio y</a:t>
            </a:r>
          </a:p>
          <a:p>
            <a:r>
              <a:rPr lang="es-ES" b="0" dirty="0">
                <a:solidFill>
                  <a:srgbClr val="CCCCCC"/>
                </a:solidFill>
                <a:effectLst/>
                <a:latin typeface="Consolas" panose="020B0609020204030204" pitchFamily="49" charset="0"/>
              </a:rPr>
              <a:t>        ahora introduzco una </a:t>
            </a:r>
            <a:r>
              <a:rPr lang="es-ES" b="0" dirty="0" err="1">
                <a:solidFill>
                  <a:srgbClr val="CCCCCC"/>
                </a:solidFill>
                <a:effectLst/>
                <a:latin typeface="Consolas" panose="020B0609020204030204" pitchFamily="49" charset="0"/>
              </a:rPr>
              <a:t>linea</a:t>
            </a:r>
            <a:r>
              <a:rPr lang="es-ES" b="0" dirty="0">
                <a:solidFill>
                  <a:srgbClr val="CCCCCC"/>
                </a:solidFill>
                <a:effectLst/>
                <a:latin typeface="Consolas" panose="020B0609020204030204" pitchFamily="49" charset="0"/>
              </a:rPr>
              <a:t> divisoria</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&gt;&lt;</a:t>
            </a:r>
            <a:r>
              <a:rPr lang="es-ES" b="0" dirty="0" err="1">
                <a:solidFill>
                  <a:srgbClr val="569CD6"/>
                </a:solidFill>
                <a:effectLst/>
                <a:latin typeface="Consolas" panose="020B0609020204030204" pitchFamily="49" charset="0"/>
              </a:rPr>
              <a:t>hr</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Nuevo párrafo</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
        <p:nvSpPr>
          <p:cNvPr id="18" name="CuadroTexto 17">
            <a:extLst>
              <a:ext uri="{FF2B5EF4-FFF2-40B4-BE49-F238E27FC236}">
                <a16:creationId xmlns:a16="http://schemas.microsoft.com/office/drawing/2014/main" id="{0050B50F-B657-35FC-7352-9B23D7B3AC74}"/>
              </a:ext>
            </a:extLst>
          </p:cNvPr>
          <p:cNvSpPr txBox="1"/>
          <p:nvPr/>
        </p:nvSpPr>
        <p:spPr>
          <a:xfrm>
            <a:off x="586740" y="1303020"/>
            <a:ext cx="8947001" cy="646331"/>
          </a:xfrm>
          <a:prstGeom prst="rect">
            <a:avLst/>
          </a:prstGeom>
          <a:noFill/>
        </p:spPr>
        <p:txBody>
          <a:bodyPr wrap="none" rtlCol="0">
            <a:spAutoFit/>
          </a:bodyPr>
          <a:lstStyle/>
          <a:p>
            <a:r>
              <a:rPr lang="es-ES" dirty="0"/>
              <a:t>Crea un documento con el siguiente código para analizarlo con las herramientas de desarrollo</a:t>
            </a:r>
          </a:p>
          <a:p>
            <a:r>
              <a:rPr lang="es-ES" dirty="0"/>
              <a:t>del navegador</a:t>
            </a:r>
          </a:p>
        </p:txBody>
      </p:sp>
    </p:spTree>
    <p:extLst>
      <p:ext uri="{BB962C8B-B14F-4D97-AF65-F5344CB8AC3E}">
        <p14:creationId xmlns:p14="http://schemas.microsoft.com/office/powerpoint/2010/main" val="410276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Herramientas de desarrollo del navegador</a:t>
            </a:r>
          </a:p>
        </p:txBody>
      </p:sp>
      <p:sp>
        <p:nvSpPr>
          <p:cNvPr id="16" name="CuadroTexto 15">
            <a:extLst>
              <a:ext uri="{FF2B5EF4-FFF2-40B4-BE49-F238E27FC236}">
                <a16:creationId xmlns:a16="http://schemas.microsoft.com/office/drawing/2014/main" id="{D71C6D98-5699-EF6F-0B7E-016AF45FB9FC}"/>
              </a:ext>
            </a:extLst>
          </p:cNvPr>
          <p:cNvSpPr txBox="1"/>
          <p:nvPr/>
        </p:nvSpPr>
        <p:spPr>
          <a:xfrm>
            <a:off x="942974" y="1933992"/>
            <a:ext cx="8414386" cy="3416320"/>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lang</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"es"</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Mi documento web</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title</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Esto es un párrafo con un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href</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enlace</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a</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que 	 	 no apunta a ningún sitio y</a:t>
            </a:r>
          </a:p>
          <a:p>
            <a:r>
              <a:rPr lang="es-ES" b="0" dirty="0">
                <a:solidFill>
                  <a:srgbClr val="CCCCCC"/>
                </a:solidFill>
                <a:effectLst/>
                <a:latin typeface="Consolas" panose="020B0609020204030204" pitchFamily="49" charset="0"/>
              </a:rPr>
              <a:t>        ahora introduzco una </a:t>
            </a:r>
            <a:r>
              <a:rPr lang="es-ES" b="0" dirty="0" err="1">
                <a:solidFill>
                  <a:srgbClr val="CCCCCC"/>
                </a:solidFill>
                <a:effectLst/>
                <a:latin typeface="Consolas" panose="020B0609020204030204" pitchFamily="49" charset="0"/>
              </a:rPr>
              <a:t>linea</a:t>
            </a:r>
            <a:r>
              <a:rPr lang="es-ES" b="0" dirty="0">
                <a:solidFill>
                  <a:srgbClr val="CCCCCC"/>
                </a:solidFill>
                <a:effectLst/>
                <a:latin typeface="Consolas" panose="020B0609020204030204" pitchFamily="49" charset="0"/>
              </a:rPr>
              <a:t> divisoria</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&gt;&lt;</a:t>
            </a:r>
            <a:r>
              <a:rPr lang="es-ES" b="0" dirty="0" err="1">
                <a:solidFill>
                  <a:srgbClr val="569CD6"/>
                </a:solidFill>
                <a:effectLst/>
                <a:latin typeface="Consolas" panose="020B0609020204030204" pitchFamily="49" charset="0"/>
              </a:rPr>
              <a:t>hr</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Nuevo párrafo</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CCCCCC"/>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
        <p:nvSpPr>
          <p:cNvPr id="18" name="CuadroTexto 17">
            <a:extLst>
              <a:ext uri="{FF2B5EF4-FFF2-40B4-BE49-F238E27FC236}">
                <a16:creationId xmlns:a16="http://schemas.microsoft.com/office/drawing/2014/main" id="{0050B50F-B657-35FC-7352-9B23D7B3AC74}"/>
              </a:ext>
            </a:extLst>
          </p:cNvPr>
          <p:cNvSpPr txBox="1"/>
          <p:nvPr/>
        </p:nvSpPr>
        <p:spPr>
          <a:xfrm>
            <a:off x="586740" y="1303020"/>
            <a:ext cx="8947001" cy="646331"/>
          </a:xfrm>
          <a:prstGeom prst="rect">
            <a:avLst/>
          </a:prstGeom>
          <a:noFill/>
        </p:spPr>
        <p:txBody>
          <a:bodyPr wrap="none" rtlCol="0">
            <a:spAutoFit/>
          </a:bodyPr>
          <a:lstStyle/>
          <a:p>
            <a:r>
              <a:rPr lang="es-ES" dirty="0"/>
              <a:t>Crea un documento con el siguiente código para analizarlo con las herramientas de desarrollo</a:t>
            </a:r>
          </a:p>
          <a:p>
            <a:r>
              <a:rPr lang="es-ES" dirty="0"/>
              <a:t>del navegador</a:t>
            </a:r>
          </a:p>
        </p:txBody>
      </p:sp>
    </p:spTree>
    <p:extLst>
      <p:ext uri="{BB962C8B-B14F-4D97-AF65-F5344CB8AC3E}">
        <p14:creationId xmlns:p14="http://schemas.microsoft.com/office/powerpoint/2010/main" val="2963831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LÍNEA Y DE BLOQUE</a:t>
            </a:r>
          </a:p>
        </p:txBody>
      </p:sp>
      <p:sp>
        <p:nvSpPr>
          <p:cNvPr id="3" name="CuadroTexto 2">
            <a:extLst>
              <a:ext uri="{FF2B5EF4-FFF2-40B4-BE49-F238E27FC236}">
                <a16:creationId xmlns:a16="http://schemas.microsoft.com/office/drawing/2014/main" id="{A72FECA7-72B8-B2E9-DE0D-23BAD6C17846}"/>
              </a:ext>
            </a:extLst>
          </p:cNvPr>
          <p:cNvSpPr txBox="1"/>
          <p:nvPr/>
        </p:nvSpPr>
        <p:spPr>
          <a:xfrm>
            <a:off x="548640" y="1516380"/>
            <a:ext cx="9398278" cy="369332"/>
          </a:xfrm>
          <a:prstGeom prst="rect">
            <a:avLst/>
          </a:prstGeom>
          <a:noFill/>
        </p:spPr>
        <p:txBody>
          <a:bodyPr wrap="none" rtlCol="0">
            <a:spAutoFit/>
          </a:bodyPr>
          <a:lstStyle/>
          <a:p>
            <a:r>
              <a:rPr lang="es-ES" dirty="0"/>
              <a:t>Si añadimos bordes (con </a:t>
            </a:r>
            <a:r>
              <a:rPr lang="es-ES" dirty="0" err="1"/>
              <a:t>css</a:t>
            </a:r>
            <a:r>
              <a:rPr lang="es-ES" dirty="0"/>
              <a:t>), también podemos visualizar “cajas” para ver que tipo de elemento es</a:t>
            </a:r>
          </a:p>
        </p:txBody>
      </p:sp>
      <p:sp>
        <p:nvSpPr>
          <p:cNvPr id="5" name="CuadroTexto 4">
            <a:extLst>
              <a:ext uri="{FF2B5EF4-FFF2-40B4-BE49-F238E27FC236}">
                <a16:creationId xmlns:a16="http://schemas.microsoft.com/office/drawing/2014/main" id="{4D9BB3DD-A66F-FFB6-7F31-70C2DE6B4DDA}"/>
              </a:ext>
            </a:extLst>
          </p:cNvPr>
          <p:cNvSpPr txBox="1"/>
          <p:nvPr/>
        </p:nvSpPr>
        <p:spPr>
          <a:xfrm>
            <a:off x="1323974" y="2406849"/>
            <a:ext cx="7050405" cy="2308324"/>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style</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err="1">
                <a:solidFill>
                  <a:srgbClr val="D7BA7D"/>
                </a:solidFill>
                <a:effectLst/>
                <a:latin typeface="Consolas" panose="020B0609020204030204" pitchFamily="49" charset="0"/>
              </a:rPr>
              <a:t>p</a:t>
            </a:r>
            <a:r>
              <a:rPr lang="es-ES" b="0" dirty="0" err="1">
                <a:solidFill>
                  <a:srgbClr val="D4D4D4"/>
                </a:solidFill>
                <a:effectLst/>
                <a:latin typeface="Consolas" panose="020B0609020204030204" pitchFamily="49" charset="0"/>
              </a:rPr>
              <a:t>,</a:t>
            </a:r>
            <a:r>
              <a:rPr lang="es-ES" b="0" dirty="0" err="1">
                <a:solidFill>
                  <a:srgbClr val="D7BA7D"/>
                </a:solidFill>
                <a:effectLst/>
                <a:latin typeface="Consolas" panose="020B0609020204030204" pitchFamily="49" charset="0"/>
              </a:rPr>
              <a:t>hr</a:t>
            </a:r>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err="1">
                <a:solidFill>
                  <a:srgbClr val="9CDCFE"/>
                </a:solidFill>
                <a:effectLst/>
                <a:latin typeface="Consolas" panose="020B0609020204030204" pitchFamily="49" charset="0"/>
              </a:rPr>
              <a:t>border</a:t>
            </a:r>
            <a:r>
              <a:rPr lang="es-ES" b="0" dirty="0">
                <a:solidFill>
                  <a:srgbClr val="D4D4D4"/>
                </a:solidFill>
                <a:effectLst/>
                <a:latin typeface="Consolas" panose="020B0609020204030204" pitchFamily="49" charset="0"/>
              </a:rPr>
              <a:t>: </a:t>
            </a:r>
            <a:r>
              <a:rPr lang="es-ES" b="0" dirty="0">
                <a:solidFill>
                  <a:srgbClr val="B5CEA8"/>
                </a:solidFill>
                <a:effectLst/>
                <a:latin typeface="Consolas" panose="020B0609020204030204" pitchFamily="49" charset="0"/>
              </a:rPr>
              <a:t>2px</a:t>
            </a:r>
            <a:r>
              <a:rPr lang="es-ES" b="0" dirty="0">
                <a:solidFill>
                  <a:srgbClr val="D4D4D4"/>
                </a:solidFill>
                <a:effectLst/>
                <a:latin typeface="Consolas" panose="020B0609020204030204" pitchFamily="49" charset="0"/>
              </a:rPr>
              <a:t> </a:t>
            </a:r>
            <a:r>
              <a:rPr lang="es-ES" b="0" dirty="0" err="1">
                <a:solidFill>
                  <a:srgbClr val="CE9178"/>
                </a:solidFill>
                <a:effectLst/>
                <a:latin typeface="Consolas" panose="020B0609020204030204" pitchFamily="49" charset="0"/>
              </a:rPr>
              <a:t>solid</a:t>
            </a:r>
            <a:r>
              <a:rPr lang="es-ES" b="0" dirty="0">
                <a:solidFill>
                  <a:srgbClr val="D4D4D4"/>
                </a:solidFill>
                <a:effectLst/>
                <a:latin typeface="Consolas" panose="020B0609020204030204" pitchFamily="49" charset="0"/>
              </a:rPr>
              <a:t> </a:t>
            </a:r>
            <a:r>
              <a:rPr lang="es-ES" b="0" dirty="0">
                <a:solidFill>
                  <a:srgbClr val="CE9178"/>
                </a:solidFill>
                <a:effectLst/>
                <a:latin typeface="Consolas" panose="020B0609020204030204" pitchFamily="49" charset="0"/>
              </a:rPr>
              <a:t>red</a:t>
            </a:r>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D7BA7D"/>
                </a:solidFill>
                <a:effectLst/>
                <a:latin typeface="Consolas" panose="020B0609020204030204" pitchFamily="49" charset="0"/>
              </a:rPr>
              <a:t>a</a:t>
            </a:r>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err="1">
                <a:solidFill>
                  <a:srgbClr val="9CDCFE"/>
                </a:solidFill>
                <a:effectLst/>
                <a:latin typeface="Consolas" panose="020B0609020204030204" pitchFamily="49" charset="0"/>
              </a:rPr>
              <a:t>border</a:t>
            </a:r>
            <a:r>
              <a:rPr lang="es-ES" b="0" dirty="0">
                <a:solidFill>
                  <a:srgbClr val="D4D4D4"/>
                </a:solidFill>
                <a:effectLst/>
                <a:latin typeface="Consolas" panose="020B0609020204030204" pitchFamily="49" charset="0"/>
              </a:rPr>
              <a:t>: </a:t>
            </a:r>
            <a:r>
              <a:rPr lang="es-ES" b="0" dirty="0">
                <a:solidFill>
                  <a:srgbClr val="B5CEA8"/>
                </a:solidFill>
                <a:effectLst/>
                <a:latin typeface="Consolas" panose="020B0609020204030204" pitchFamily="49" charset="0"/>
              </a:rPr>
              <a:t>1px</a:t>
            </a:r>
            <a:r>
              <a:rPr lang="es-ES" b="0" dirty="0">
                <a:solidFill>
                  <a:srgbClr val="D4D4D4"/>
                </a:solidFill>
                <a:effectLst/>
                <a:latin typeface="Consolas" panose="020B0609020204030204" pitchFamily="49" charset="0"/>
              </a:rPr>
              <a:t> </a:t>
            </a:r>
            <a:r>
              <a:rPr lang="es-ES" b="0" dirty="0" err="1">
                <a:solidFill>
                  <a:srgbClr val="CE9178"/>
                </a:solidFill>
                <a:effectLst/>
                <a:latin typeface="Consolas" panose="020B0609020204030204" pitchFamily="49" charset="0"/>
              </a:rPr>
              <a:t>solid</a:t>
            </a:r>
            <a:r>
              <a:rPr lang="es-ES" b="0" dirty="0">
                <a:solidFill>
                  <a:srgbClr val="D4D4D4"/>
                </a:solidFill>
                <a:effectLst/>
                <a:latin typeface="Consolas" panose="020B0609020204030204" pitchFamily="49" charset="0"/>
              </a:rPr>
              <a:t> </a:t>
            </a:r>
            <a:r>
              <a:rPr lang="es-ES" b="0" dirty="0" err="1">
                <a:solidFill>
                  <a:srgbClr val="CE9178"/>
                </a:solidFill>
                <a:effectLst/>
                <a:latin typeface="Consolas" panose="020B0609020204030204" pitchFamily="49" charset="0"/>
              </a:rPr>
              <a:t>green</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style</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633844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LÍNEA</a:t>
            </a:r>
          </a:p>
        </p:txBody>
      </p:sp>
      <p:sp>
        <p:nvSpPr>
          <p:cNvPr id="3" name="CuadroTexto 2">
            <a:extLst>
              <a:ext uri="{FF2B5EF4-FFF2-40B4-BE49-F238E27FC236}">
                <a16:creationId xmlns:a16="http://schemas.microsoft.com/office/drawing/2014/main" id="{A72FECA7-72B8-B2E9-DE0D-23BAD6C17846}"/>
              </a:ext>
            </a:extLst>
          </p:cNvPr>
          <p:cNvSpPr txBox="1"/>
          <p:nvPr/>
        </p:nvSpPr>
        <p:spPr>
          <a:xfrm>
            <a:off x="548640" y="1516380"/>
            <a:ext cx="9429184" cy="1477328"/>
          </a:xfrm>
          <a:prstGeom prst="rect">
            <a:avLst/>
          </a:prstGeom>
          <a:noFill/>
        </p:spPr>
        <p:txBody>
          <a:bodyPr wrap="none" rtlCol="0">
            <a:spAutoFit/>
          </a:bodyPr>
          <a:lstStyle/>
          <a:p>
            <a:r>
              <a:rPr lang="es-ES" dirty="0"/>
              <a:t>Un elemento muy utilizado para delimitar contenido sin generar un nuevo bloque es</a:t>
            </a:r>
          </a:p>
          <a:p>
            <a:r>
              <a:rPr lang="es-ES" dirty="0"/>
              <a:t>la etiqueta </a:t>
            </a:r>
            <a:r>
              <a:rPr lang="es-ES" b="1" dirty="0" err="1"/>
              <a:t>span</a:t>
            </a:r>
            <a:r>
              <a:rPr lang="es-ES" b="1" dirty="0"/>
              <a:t>. </a:t>
            </a:r>
            <a:r>
              <a:rPr lang="es-ES" dirty="0"/>
              <a:t>Esta etiqueta se puede utilizar para aplicar estilos a una parte del contenido. A</a:t>
            </a:r>
          </a:p>
          <a:p>
            <a:r>
              <a:rPr lang="es-ES" dirty="0"/>
              <a:t>continuación se muestra un ejemplo:</a:t>
            </a: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 hoy hace un día </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span</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style</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err="1">
                <a:solidFill>
                  <a:srgbClr val="CE9178"/>
                </a:solidFill>
                <a:effectLst/>
                <a:latin typeface="Consolas" panose="020B0609020204030204" pitchFamily="49" charset="0"/>
              </a:rPr>
              <a:t>color:blue</a:t>
            </a:r>
            <a:r>
              <a:rPr lang="es-ES" b="0" dirty="0">
                <a:solidFill>
                  <a:srgbClr val="CE9178"/>
                </a:solidFill>
                <a:effectLst/>
                <a:latin typeface="Consolas" panose="020B0609020204030204" pitchFamily="49" charset="0"/>
              </a:rPr>
              <a:t>"</a:t>
            </a:r>
            <a:r>
              <a:rPr lang="es-ES" b="0" dirty="0">
                <a:solidFill>
                  <a:srgbClr val="808080"/>
                </a:solidFill>
                <a:effectLst/>
                <a:latin typeface="Consolas" panose="020B0609020204030204" pitchFamily="49" charset="0"/>
              </a:rPr>
              <a:t>&gt;</a:t>
            </a:r>
            <a:r>
              <a:rPr lang="es-ES" b="0" dirty="0">
                <a:solidFill>
                  <a:srgbClr val="CCCCCC"/>
                </a:solidFill>
                <a:effectLst/>
                <a:latin typeface="Consolas" panose="020B0609020204030204" pitchFamily="49" charset="0"/>
              </a:rPr>
              <a:t>de mucho frio</a:t>
            </a:r>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span</a:t>
            </a:r>
            <a:r>
              <a:rPr lang="es-ES" b="0" dirty="0">
                <a:solidFill>
                  <a:srgbClr val="808080"/>
                </a:solidFill>
                <a:effectLst/>
                <a:latin typeface="Consolas" panose="020B0609020204030204" pitchFamily="49" charset="0"/>
              </a:rPr>
              <a:t>&gt;&lt;/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a:p>
            <a:endParaRPr lang="es-ES" dirty="0"/>
          </a:p>
        </p:txBody>
      </p:sp>
    </p:spTree>
    <p:extLst>
      <p:ext uri="{BB962C8B-B14F-4D97-AF65-F5344CB8AC3E}">
        <p14:creationId xmlns:p14="http://schemas.microsoft.com/office/powerpoint/2010/main" val="2324994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BLOQUE</a:t>
            </a:r>
          </a:p>
        </p:txBody>
      </p:sp>
      <p:sp>
        <p:nvSpPr>
          <p:cNvPr id="3" name="CuadroTexto 2">
            <a:extLst>
              <a:ext uri="{FF2B5EF4-FFF2-40B4-BE49-F238E27FC236}">
                <a16:creationId xmlns:a16="http://schemas.microsoft.com/office/drawing/2014/main" id="{A72FECA7-72B8-B2E9-DE0D-23BAD6C17846}"/>
              </a:ext>
            </a:extLst>
          </p:cNvPr>
          <p:cNvSpPr txBox="1"/>
          <p:nvPr/>
        </p:nvSpPr>
        <p:spPr>
          <a:xfrm>
            <a:off x="563880" y="1264920"/>
            <a:ext cx="6783780" cy="646331"/>
          </a:xfrm>
          <a:prstGeom prst="rect">
            <a:avLst/>
          </a:prstGeom>
          <a:noFill/>
        </p:spPr>
        <p:txBody>
          <a:bodyPr wrap="none" rtlCol="0">
            <a:spAutoFit/>
          </a:bodyPr>
          <a:lstStyle/>
          <a:p>
            <a:r>
              <a:rPr lang="es-ES" dirty="0"/>
              <a:t>La etiqueta más representativa de los elementos de bloque es </a:t>
            </a:r>
            <a:r>
              <a:rPr lang="es-ES" b="1" dirty="0"/>
              <a:t>&lt;</a:t>
            </a:r>
            <a:r>
              <a:rPr lang="es-ES" b="1" dirty="0" err="1"/>
              <a:t>div</a:t>
            </a:r>
            <a:r>
              <a:rPr lang="es-ES" b="1" dirty="0"/>
              <a:t>&gt;</a:t>
            </a:r>
            <a:endParaRPr lang="es-ES" b="1" dirty="0">
              <a:solidFill>
                <a:srgbClr val="CCCCCC"/>
              </a:solidFill>
              <a:effectLst/>
              <a:latin typeface="Consolas" panose="020B0609020204030204" pitchFamily="49" charset="0"/>
            </a:endParaRPr>
          </a:p>
          <a:p>
            <a:endParaRPr lang="es-ES" dirty="0"/>
          </a:p>
        </p:txBody>
      </p:sp>
      <p:sp>
        <p:nvSpPr>
          <p:cNvPr id="5" name="CuadroTexto 4">
            <a:extLst>
              <a:ext uri="{FF2B5EF4-FFF2-40B4-BE49-F238E27FC236}">
                <a16:creationId xmlns:a16="http://schemas.microsoft.com/office/drawing/2014/main" id="{5D457D16-9C63-3AF7-9F79-310AB6BE42C1}"/>
              </a:ext>
            </a:extLst>
          </p:cNvPr>
          <p:cNvSpPr txBox="1"/>
          <p:nvPr/>
        </p:nvSpPr>
        <p:spPr>
          <a:xfrm>
            <a:off x="3465195" y="1722120"/>
            <a:ext cx="2516506" cy="3662541"/>
          </a:xfrm>
          <a:prstGeom prst="rect">
            <a:avLst/>
          </a:prstGeom>
          <a:noFill/>
        </p:spPr>
        <p:txBody>
          <a:bodyPr wrap="square">
            <a:spAutoFit/>
          </a:bodyPr>
          <a:lstStyle/>
          <a:p>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DOCTYPE</a:t>
            </a:r>
            <a:r>
              <a:rPr lang="es-ES" sz="800" b="0" dirty="0">
                <a:solidFill>
                  <a:srgbClr val="CCCCCC"/>
                </a:solidFill>
                <a:effectLst/>
                <a:latin typeface="Consolas" panose="020B0609020204030204" pitchFamily="49" charset="0"/>
              </a:rPr>
              <a:t> </a:t>
            </a:r>
            <a:r>
              <a:rPr lang="es-ES" sz="800" b="0" dirty="0" err="1">
                <a:solidFill>
                  <a:srgbClr val="9CDCFE"/>
                </a:solidFill>
                <a:effectLst/>
                <a:latin typeface="Consolas" panose="020B0609020204030204" pitchFamily="49" charset="0"/>
              </a:rPr>
              <a:t>html</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html</a:t>
            </a:r>
            <a:r>
              <a:rPr lang="es-ES" sz="800" b="0" dirty="0">
                <a:solidFill>
                  <a:srgbClr val="CCCCCC"/>
                </a:solidFill>
                <a:effectLst/>
                <a:latin typeface="Consolas" panose="020B0609020204030204" pitchFamily="49" charset="0"/>
              </a:rPr>
              <a:t> </a:t>
            </a:r>
            <a:r>
              <a:rPr lang="es-ES" sz="800" b="0" dirty="0" err="1">
                <a:solidFill>
                  <a:srgbClr val="9CDCFE"/>
                </a:solidFill>
                <a:effectLst/>
                <a:latin typeface="Consolas" panose="020B0609020204030204" pitchFamily="49" charset="0"/>
              </a:rPr>
              <a:t>lang</a:t>
            </a:r>
            <a:r>
              <a:rPr lang="es-ES" sz="800" b="0" dirty="0">
                <a:solidFill>
                  <a:srgbClr val="CCCCCC"/>
                </a:solidFill>
                <a:effectLst/>
                <a:latin typeface="Consolas" panose="020B0609020204030204" pitchFamily="49" charset="0"/>
              </a:rPr>
              <a:t>=</a:t>
            </a:r>
            <a:r>
              <a:rPr lang="es-ES" sz="800" b="0" dirty="0">
                <a:solidFill>
                  <a:srgbClr val="CE9178"/>
                </a:solidFill>
                <a:effectLst/>
                <a:latin typeface="Consolas" panose="020B0609020204030204" pitchFamily="49" charset="0"/>
              </a:rPr>
              <a:t>"es"</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head</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title</a:t>
            </a:r>
            <a:r>
              <a:rPr lang="es-ES" sz="800" b="0" dirty="0">
                <a:solidFill>
                  <a:srgbClr val="808080"/>
                </a:solidFill>
                <a:effectLst/>
                <a:latin typeface="Consolas" panose="020B0609020204030204" pitchFamily="49" charset="0"/>
              </a:rPr>
              <a:t>&gt;</a:t>
            </a:r>
            <a:r>
              <a:rPr lang="es-ES" sz="800" b="0" dirty="0">
                <a:solidFill>
                  <a:srgbClr val="CCCCCC"/>
                </a:solidFill>
                <a:effectLst/>
                <a:latin typeface="Consolas" panose="020B0609020204030204" pitchFamily="49" charset="0"/>
              </a:rPr>
              <a:t>Mi documento web</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title</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style</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a:solidFill>
                  <a:srgbClr val="D7BA7D"/>
                </a:solidFill>
                <a:effectLst/>
                <a:latin typeface="Consolas" panose="020B0609020204030204" pitchFamily="49" charset="0"/>
              </a:rPr>
              <a:t>p</a:t>
            </a:r>
            <a:r>
              <a:rPr lang="es-ES" sz="800" b="0" dirty="0">
                <a:solidFill>
                  <a:srgbClr val="D4D4D4"/>
                </a:solidFill>
                <a:effectLst/>
                <a:latin typeface="Consolas" panose="020B0609020204030204" pitchFamily="49" charset="0"/>
              </a:rPr>
              <a:t>,</a:t>
            </a:r>
            <a:r>
              <a:rPr lang="es-ES" sz="800" b="0" dirty="0">
                <a:solidFill>
                  <a:srgbClr val="D7BA7D"/>
                </a:solidFill>
                <a:effectLst/>
                <a:latin typeface="Consolas" panose="020B0609020204030204" pitchFamily="49" charset="0"/>
              </a:rPr>
              <a:t>h1</a:t>
            </a:r>
            <a:r>
              <a:rPr lang="es-ES" sz="800" b="0" dirty="0">
                <a:solidFill>
                  <a:srgbClr val="D4D4D4"/>
                </a:solidFill>
                <a:effectLst/>
                <a:latin typeface="Consolas" panose="020B0609020204030204" pitchFamily="49" charset="0"/>
              </a:rPr>
              <a:t>,</a:t>
            </a:r>
            <a:r>
              <a:rPr lang="es-ES" sz="800" b="0" dirty="0">
                <a:solidFill>
                  <a:srgbClr val="D7BA7D"/>
                </a:solidFill>
                <a:effectLst/>
                <a:latin typeface="Consolas" panose="020B0609020204030204" pitchFamily="49" charset="0"/>
              </a:rPr>
              <a:t>div</a:t>
            </a:r>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err="1">
                <a:solidFill>
                  <a:srgbClr val="9CDCFE"/>
                </a:solidFill>
                <a:effectLst/>
                <a:latin typeface="Consolas" panose="020B0609020204030204" pitchFamily="49" charset="0"/>
              </a:rPr>
              <a:t>border</a:t>
            </a:r>
            <a:r>
              <a:rPr lang="es-ES" sz="800" b="0" dirty="0">
                <a:solidFill>
                  <a:srgbClr val="D4D4D4"/>
                </a:solidFill>
                <a:effectLst/>
                <a:latin typeface="Consolas" panose="020B0609020204030204" pitchFamily="49" charset="0"/>
              </a:rPr>
              <a:t>: </a:t>
            </a:r>
            <a:r>
              <a:rPr lang="es-ES" sz="800" b="0" dirty="0">
                <a:solidFill>
                  <a:srgbClr val="B5CEA8"/>
                </a:solidFill>
                <a:effectLst/>
                <a:latin typeface="Consolas" panose="020B0609020204030204" pitchFamily="49" charset="0"/>
              </a:rPr>
              <a:t>1px</a:t>
            </a:r>
            <a:r>
              <a:rPr lang="es-ES" sz="800" b="0" dirty="0">
                <a:solidFill>
                  <a:srgbClr val="D4D4D4"/>
                </a:solidFill>
                <a:effectLst/>
                <a:latin typeface="Consolas" panose="020B0609020204030204" pitchFamily="49" charset="0"/>
              </a:rPr>
              <a:t> </a:t>
            </a:r>
            <a:r>
              <a:rPr lang="es-ES" sz="800" b="0" dirty="0" err="1">
                <a:solidFill>
                  <a:srgbClr val="CE9178"/>
                </a:solidFill>
                <a:effectLst/>
                <a:latin typeface="Consolas" panose="020B0609020204030204" pitchFamily="49" charset="0"/>
              </a:rPr>
              <a:t>solid</a:t>
            </a:r>
            <a:r>
              <a:rPr lang="es-ES" sz="800" b="0" dirty="0">
                <a:solidFill>
                  <a:srgbClr val="D4D4D4"/>
                </a:solidFill>
                <a:effectLst/>
                <a:latin typeface="Consolas" panose="020B0609020204030204" pitchFamily="49" charset="0"/>
              </a:rPr>
              <a:t> </a:t>
            </a:r>
            <a:r>
              <a:rPr lang="es-ES" sz="800" b="0" dirty="0">
                <a:solidFill>
                  <a:srgbClr val="CE9178"/>
                </a:solidFill>
                <a:effectLst/>
                <a:latin typeface="Consolas" panose="020B0609020204030204" pitchFamily="49" charset="0"/>
              </a:rPr>
              <a:t>red</a:t>
            </a:r>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err="1">
                <a:solidFill>
                  <a:srgbClr val="D7BA7D"/>
                </a:solidFill>
                <a:effectLst/>
                <a:latin typeface="Consolas" panose="020B0609020204030204" pitchFamily="49" charset="0"/>
              </a:rPr>
              <a:t>div</a:t>
            </a:r>
            <a:r>
              <a:rPr lang="es-ES" sz="800" b="0" dirty="0">
                <a:solidFill>
                  <a:srgbClr val="D4D4D4"/>
                </a:solidFill>
                <a:effectLst/>
                <a:latin typeface="Consolas" panose="020B0609020204030204" pitchFamily="49" charset="0"/>
              </a:rPr>
              <a:t> &gt; </a:t>
            </a:r>
            <a:r>
              <a:rPr lang="es-ES" sz="800" b="0" dirty="0">
                <a:solidFill>
                  <a:srgbClr val="D7BA7D"/>
                </a:solidFill>
                <a:effectLst/>
                <a:latin typeface="Consolas" panose="020B0609020204030204" pitchFamily="49" charset="0"/>
              </a:rPr>
              <a:t>h1</a:t>
            </a:r>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err="1">
                <a:solidFill>
                  <a:srgbClr val="9CDCFE"/>
                </a:solidFill>
                <a:effectLst/>
                <a:latin typeface="Consolas" panose="020B0609020204030204" pitchFamily="49" charset="0"/>
              </a:rPr>
              <a:t>border</a:t>
            </a:r>
            <a:r>
              <a:rPr lang="es-ES" sz="800" b="0" dirty="0">
                <a:solidFill>
                  <a:srgbClr val="D4D4D4"/>
                </a:solidFill>
                <a:effectLst/>
                <a:latin typeface="Consolas" panose="020B0609020204030204" pitchFamily="49" charset="0"/>
              </a:rPr>
              <a:t>: </a:t>
            </a:r>
            <a:r>
              <a:rPr lang="es-ES" sz="800" b="0" dirty="0">
                <a:solidFill>
                  <a:srgbClr val="B5CEA8"/>
                </a:solidFill>
                <a:effectLst/>
                <a:latin typeface="Consolas" panose="020B0609020204030204" pitchFamily="49" charset="0"/>
              </a:rPr>
              <a:t>1px</a:t>
            </a:r>
            <a:r>
              <a:rPr lang="es-ES" sz="800" b="0" dirty="0">
                <a:solidFill>
                  <a:srgbClr val="D4D4D4"/>
                </a:solidFill>
                <a:effectLst/>
                <a:latin typeface="Consolas" panose="020B0609020204030204" pitchFamily="49" charset="0"/>
              </a:rPr>
              <a:t> </a:t>
            </a:r>
            <a:r>
              <a:rPr lang="es-ES" sz="800" b="0" dirty="0" err="1">
                <a:solidFill>
                  <a:srgbClr val="CE9178"/>
                </a:solidFill>
                <a:effectLst/>
                <a:latin typeface="Consolas" panose="020B0609020204030204" pitchFamily="49" charset="0"/>
              </a:rPr>
              <a:t>solid</a:t>
            </a:r>
            <a:r>
              <a:rPr lang="es-ES" sz="800" b="0" dirty="0">
                <a:solidFill>
                  <a:srgbClr val="D4D4D4"/>
                </a:solidFill>
                <a:effectLst/>
                <a:latin typeface="Consolas" panose="020B0609020204030204" pitchFamily="49" charset="0"/>
              </a:rPr>
              <a:t> </a:t>
            </a:r>
            <a:r>
              <a:rPr lang="es-ES" sz="800" b="0" dirty="0" err="1">
                <a:solidFill>
                  <a:srgbClr val="CE9178"/>
                </a:solidFill>
                <a:effectLst/>
                <a:latin typeface="Consolas" panose="020B0609020204030204" pitchFamily="49" charset="0"/>
              </a:rPr>
              <a:t>green</a:t>
            </a:r>
            <a:r>
              <a:rPr lang="es-ES" sz="800" b="0" dirty="0">
                <a:solidFill>
                  <a:srgbClr val="D4D4D4"/>
                </a:solidFill>
                <a:effectLst/>
                <a:latin typeface="Consolas" panose="020B0609020204030204" pitchFamily="49" charset="0"/>
              </a:rPr>
              <a:t>;</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err="1">
                <a:solidFill>
                  <a:srgbClr val="D7BA7D"/>
                </a:solidFill>
                <a:effectLst/>
                <a:latin typeface="Consolas" panose="020B0609020204030204" pitchFamily="49" charset="0"/>
              </a:rPr>
              <a:t>div</a:t>
            </a:r>
            <a:r>
              <a:rPr lang="es-ES" sz="800" b="0" dirty="0">
                <a:solidFill>
                  <a:srgbClr val="D4D4D4"/>
                </a:solidFill>
                <a:effectLst/>
                <a:latin typeface="Consolas" panose="020B0609020204030204" pitchFamily="49" charset="0"/>
              </a:rPr>
              <a:t> &gt; </a:t>
            </a:r>
            <a:r>
              <a:rPr lang="es-ES" sz="800" b="0" dirty="0">
                <a:solidFill>
                  <a:srgbClr val="D7BA7D"/>
                </a:solidFill>
                <a:effectLst/>
                <a:latin typeface="Consolas" panose="020B0609020204030204" pitchFamily="49" charset="0"/>
              </a:rPr>
              <a:t>p</a:t>
            </a:r>
            <a:r>
              <a:rPr lang="es-ES" sz="800" b="0" dirty="0">
                <a:solidFill>
                  <a:srgbClr val="D4D4D4"/>
                </a:solidFill>
                <a:effectLst/>
                <a:latin typeface="Consolas" panose="020B0609020204030204" pitchFamily="49" charset="0"/>
              </a:rPr>
              <a:t>{</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err="1">
                <a:solidFill>
                  <a:srgbClr val="9CDCFE"/>
                </a:solidFill>
                <a:effectLst/>
                <a:latin typeface="Consolas" panose="020B0609020204030204" pitchFamily="49" charset="0"/>
              </a:rPr>
              <a:t>border</a:t>
            </a:r>
            <a:r>
              <a:rPr lang="es-ES" sz="800" b="0" dirty="0">
                <a:solidFill>
                  <a:srgbClr val="D4D4D4"/>
                </a:solidFill>
                <a:effectLst/>
                <a:latin typeface="Consolas" panose="020B0609020204030204" pitchFamily="49" charset="0"/>
              </a:rPr>
              <a:t>: </a:t>
            </a:r>
            <a:r>
              <a:rPr lang="es-ES" sz="800" b="0" dirty="0">
                <a:solidFill>
                  <a:srgbClr val="B5CEA8"/>
                </a:solidFill>
                <a:effectLst/>
                <a:latin typeface="Consolas" panose="020B0609020204030204" pitchFamily="49" charset="0"/>
              </a:rPr>
              <a:t>1px</a:t>
            </a:r>
            <a:r>
              <a:rPr lang="es-ES" sz="800" b="0" dirty="0">
                <a:solidFill>
                  <a:srgbClr val="D4D4D4"/>
                </a:solidFill>
                <a:effectLst/>
                <a:latin typeface="Consolas" panose="020B0609020204030204" pitchFamily="49" charset="0"/>
              </a:rPr>
              <a:t> </a:t>
            </a:r>
            <a:r>
              <a:rPr lang="es-ES" sz="800" b="0" dirty="0" err="1">
                <a:solidFill>
                  <a:srgbClr val="CE9178"/>
                </a:solidFill>
                <a:effectLst/>
                <a:latin typeface="Consolas" panose="020B0609020204030204" pitchFamily="49" charset="0"/>
              </a:rPr>
              <a:t>solid</a:t>
            </a:r>
            <a:r>
              <a:rPr lang="es-ES" sz="800" b="0" dirty="0">
                <a:solidFill>
                  <a:srgbClr val="D4D4D4"/>
                </a:solidFill>
                <a:effectLst/>
                <a:latin typeface="Consolas" panose="020B0609020204030204" pitchFamily="49" charset="0"/>
              </a:rPr>
              <a:t> </a:t>
            </a:r>
            <a:r>
              <a:rPr lang="es-ES" sz="800" b="0" dirty="0" err="1">
                <a:solidFill>
                  <a:srgbClr val="CE9178"/>
                </a:solidFill>
                <a:effectLst/>
                <a:latin typeface="Consolas" panose="020B0609020204030204" pitchFamily="49" charset="0"/>
              </a:rPr>
              <a:t>green</a:t>
            </a:r>
            <a:r>
              <a:rPr lang="es-ES" sz="800" b="0" dirty="0">
                <a:solidFill>
                  <a:srgbClr val="D4D4D4"/>
                </a:solidFill>
                <a:effectLst/>
                <a:latin typeface="Consolas" panose="020B0609020204030204" pitchFamily="49" charset="0"/>
              </a:rPr>
              <a:t>;</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endParaRPr lang="es-ES" sz="800" b="0" dirty="0">
              <a:solidFill>
                <a:srgbClr val="CCCCCC"/>
              </a:solidFill>
              <a:effectLst/>
              <a:latin typeface="Consolas" panose="020B0609020204030204" pitchFamily="49" charset="0"/>
            </a:endParaRPr>
          </a:p>
          <a:p>
            <a:r>
              <a:rPr lang="es-ES" sz="800" b="0" dirty="0">
                <a:solidFill>
                  <a:srgbClr val="D4D4D4"/>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style</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head</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body</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div</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h1</a:t>
            </a:r>
            <a:r>
              <a:rPr lang="es-ES" sz="800" b="0" dirty="0">
                <a:solidFill>
                  <a:srgbClr val="808080"/>
                </a:solidFill>
                <a:effectLst/>
                <a:latin typeface="Consolas" panose="020B0609020204030204" pitchFamily="49" charset="0"/>
              </a:rPr>
              <a:t>&gt;</a:t>
            </a:r>
            <a:r>
              <a:rPr lang="es-ES" sz="800" b="0" dirty="0">
                <a:solidFill>
                  <a:srgbClr val="CCCCCC"/>
                </a:solidFill>
                <a:effectLst/>
                <a:latin typeface="Consolas" panose="020B0609020204030204" pitchFamily="49" charset="0"/>
              </a:rPr>
              <a:t>un titulo dentro de </a:t>
            </a:r>
            <a:r>
              <a:rPr lang="es-ES" sz="800" b="0" dirty="0" err="1">
                <a:solidFill>
                  <a:srgbClr val="CCCCCC"/>
                </a:solidFill>
                <a:effectLst/>
                <a:latin typeface="Consolas" panose="020B0609020204030204" pitchFamily="49" charset="0"/>
              </a:rPr>
              <a:t>div</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h1</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p</a:t>
            </a:r>
            <a:r>
              <a:rPr lang="es-ES" sz="800" b="0" dirty="0">
                <a:solidFill>
                  <a:srgbClr val="808080"/>
                </a:solidFill>
                <a:effectLst/>
                <a:latin typeface="Consolas" panose="020B0609020204030204" pitchFamily="49" charset="0"/>
              </a:rPr>
              <a:t>&gt;</a:t>
            </a:r>
            <a:r>
              <a:rPr lang="es-ES" sz="800" b="0" dirty="0">
                <a:solidFill>
                  <a:srgbClr val="CCCCCC"/>
                </a:solidFill>
                <a:effectLst/>
                <a:latin typeface="Consolas" panose="020B0609020204030204" pitchFamily="49" charset="0"/>
              </a:rPr>
              <a:t>Párrafo dentro de </a:t>
            </a:r>
            <a:r>
              <a:rPr lang="es-ES" sz="800" b="0" dirty="0" err="1">
                <a:solidFill>
                  <a:srgbClr val="CCCCCC"/>
                </a:solidFill>
                <a:effectLst/>
                <a:latin typeface="Consolas" panose="020B0609020204030204" pitchFamily="49" charset="0"/>
              </a:rPr>
              <a:t>div</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p</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div</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p</a:t>
            </a:r>
            <a:r>
              <a:rPr lang="es-ES" sz="800" b="0" dirty="0">
                <a:solidFill>
                  <a:srgbClr val="808080"/>
                </a:solidFill>
                <a:effectLst/>
                <a:latin typeface="Consolas" panose="020B0609020204030204" pitchFamily="49" charset="0"/>
              </a:rPr>
              <a:t>&gt;</a:t>
            </a:r>
            <a:r>
              <a:rPr lang="es-ES" sz="800" b="0" dirty="0">
                <a:solidFill>
                  <a:srgbClr val="CCCCCC"/>
                </a:solidFill>
                <a:effectLst/>
                <a:latin typeface="Consolas" panose="020B0609020204030204" pitchFamily="49" charset="0"/>
              </a:rPr>
              <a:t>Párrafo fuera del </a:t>
            </a:r>
            <a:r>
              <a:rPr lang="es-ES" sz="800" b="0" dirty="0" err="1">
                <a:solidFill>
                  <a:srgbClr val="CCCCCC"/>
                </a:solidFill>
                <a:effectLst/>
                <a:latin typeface="Consolas" panose="020B0609020204030204" pitchFamily="49" charset="0"/>
              </a:rPr>
              <a:t>div</a:t>
            </a:r>
            <a:r>
              <a:rPr lang="es-ES" sz="800" b="0" dirty="0">
                <a:solidFill>
                  <a:srgbClr val="808080"/>
                </a:solidFill>
                <a:effectLst/>
                <a:latin typeface="Consolas" panose="020B0609020204030204" pitchFamily="49" charset="0"/>
              </a:rPr>
              <a:t>&lt;/</a:t>
            </a:r>
            <a:r>
              <a:rPr lang="es-ES" sz="800" b="0" dirty="0">
                <a:solidFill>
                  <a:srgbClr val="569CD6"/>
                </a:solidFill>
                <a:effectLst/>
                <a:latin typeface="Consolas" panose="020B0609020204030204" pitchFamily="49" charset="0"/>
              </a:rPr>
              <a:t>p</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br>
              <a:rPr lang="es-ES" sz="800" b="0" dirty="0">
                <a:solidFill>
                  <a:srgbClr val="CCCCCC"/>
                </a:solidFill>
                <a:effectLst/>
                <a:latin typeface="Consolas" panose="020B0609020204030204" pitchFamily="49" charset="0"/>
              </a:rPr>
            </a:br>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div</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texto dentro de un </a:t>
            </a:r>
            <a:r>
              <a:rPr lang="es-ES" sz="800" b="0" dirty="0" err="1">
                <a:solidFill>
                  <a:srgbClr val="CCCCCC"/>
                </a:solidFill>
                <a:effectLst/>
                <a:latin typeface="Consolas" panose="020B0609020204030204" pitchFamily="49" charset="0"/>
              </a:rPr>
              <a:t>div</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div</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CCCCCC"/>
                </a:solidFill>
                <a:effectLst/>
                <a:latin typeface="Consolas" panose="020B0609020204030204" pitchFamily="49" charset="0"/>
              </a:rPr>
              <a:t>    </a:t>
            </a:r>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body</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a:p>
            <a:r>
              <a:rPr lang="es-ES" sz="800" b="0" dirty="0">
                <a:solidFill>
                  <a:srgbClr val="808080"/>
                </a:solidFill>
                <a:effectLst/>
                <a:latin typeface="Consolas" panose="020B0609020204030204" pitchFamily="49" charset="0"/>
              </a:rPr>
              <a:t>&lt;/</a:t>
            </a:r>
            <a:r>
              <a:rPr lang="es-ES" sz="800" b="0" dirty="0" err="1">
                <a:solidFill>
                  <a:srgbClr val="569CD6"/>
                </a:solidFill>
                <a:effectLst/>
                <a:latin typeface="Consolas" panose="020B0609020204030204" pitchFamily="49" charset="0"/>
              </a:rPr>
              <a:t>html</a:t>
            </a:r>
            <a:r>
              <a:rPr lang="es-ES" sz="800" b="0" dirty="0">
                <a:solidFill>
                  <a:srgbClr val="808080"/>
                </a:solidFill>
                <a:effectLst/>
                <a:latin typeface="Consolas" panose="020B0609020204030204" pitchFamily="49" charset="0"/>
              </a:rPr>
              <a:t>&gt;</a:t>
            </a:r>
            <a:endParaRPr lang="es-ES" sz="8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36373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BLOQUE (ELEMENTOS SEMÁNTICOS)</a:t>
            </a:r>
          </a:p>
        </p:txBody>
      </p:sp>
      <p:sp>
        <p:nvSpPr>
          <p:cNvPr id="3" name="CuadroTexto 2">
            <a:extLst>
              <a:ext uri="{FF2B5EF4-FFF2-40B4-BE49-F238E27FC236}">
                <a16:creationId xmlns:a16="http://schemas.microsoft.com/office/drawing/2014/main" id="{F40C4EB5-D360-8F03-BCB9-B8B624A6C412}"/>
              </a:ext>
            </a:extLst>
          </p:cNvPr>
          <p:cNvSpPr txBox="1"/>
          <p:nvPr/>
        </p:nvSpPr>
        <p:spPr>
          <a:xfrm>
            <a:off x="457200" y="1562100"/>
            <a:ext cx="9651553" cy="3416320"/>
          </a:xfrm>
          <a:prstGeom prst="rect">
            <a:avLst/>
          </a:prstGeom>
          <a:noFill/>
        </p:spPr>
        <p:txBody>
          <a:bodyPr wrap="none" rtlCol="0">
            <a:spAutoFit/>
          </a:bodyPr>
          <a:lstStyle/>
          <a:p>
            <a:r>
              <a:rPr lang="es-ES" dirty="0"/>
              <a:t>Con la etiqueta </a:t>
            </a:r>
            <a:r>
              <a:rPr lang="es-ES" dirty="0" err="1"/>
              <a:t>div</a:t>
            </a:r>
            <a:r>
              <a:rPr lang="es-ES" dirty="0"/>
              <a:t> ya nos podemos hacer una idea de la importancia que tiene a la hora de</a:t>
            </a:r>
          </a:p>
          <a:p>
            <a:r>
              <a:rPr lang="es-ES" dirty="0"/>
              <a:t>estructurar nuestro documento </a:t>
            </a:r>
            <a:r>
              <a:rPr lang="es-ES" dirty="0" err="1"/>
              <a:t>html</a:t>
            </a:r>
            <a:r>
              <a:rPr lang="es-ES" dirty="0"/>
              <a:t>. En HTML5 se introdujeron una serie de etiquetas de bloque</a:t>
            </a:r>
          </a:p>
          <a:p>
            <a:r>
              <a:rPr lang="es-ES" dirty="0"/>
              <a:t>que añadían información semántica (es decir, ofrecen un significado).</a:t>
            </a:r>
          </a:p>
          <a:p>
            <a:r>
              <a:rPr lang="es-ES" dirty="0"/>
              <a:t>Estos elementos son </a:t>
            </a:r>
            <a:r>
              <a:rPr lang="es-ES" dirty="0" err="1"/>
              <a:t>header</a:t>
            </a:r>
            <a:r>
              <a:rPr lang="es-ES" dirty="0"/>
              <a:t>, aside, </a:t>
            </a:r>
            <a:r>
              <a:rPr lang="es-ES" dirty="0" err="1"/>
              <a:t>main</a:t>
            </a:r>
            <a:r>
              <a:rPr lang="es-ES" dirty="0"/>
              <a:t>, </a:t>
            </a:r>
            <a:r>
              <a:rPr lang="es-ES" dirty="0" err="1"/>
              <a:t>section</a:t>
            </a:r>
            <a:r>
              <a:rPr lang="es-ES" dirty="0"/>
              <a:t>, </a:t>
            </a:r>
            <a:r>
              <a:rPr lang="es-ES" dirty="0" err="1"/>
              <a:t>article</a:t>
            </a:r>
            <a:r>
              <a:rPr lang="es-ES" dirty="0"/>
              <a:t>, </a:t>
            </a:r>
            <a:r>
              <a:rPr lang="es-ES" dirty="0" err="1"/>
              <a:t>footer</a:t>
            </a:r>
            <a:r>
              <a:rPr lang="es-ES" dirty="0"/>
              <a:t>, </a:t>
            </a:r>
            <a:r>
              <a:rPr lang="es-ES" dirty="0" err="1"/>
              <a:t>nav</a:t>
            </a:r>
            <a:r>
              <a:rPr lang="es-ES" dirty="0"/>
              <a:t> y </a:t>
            </a:r>
            <a:r>
              <a:rPr lang="es-ES" dirty="0" err="1"/>
              <a:t>hgroup</a:t>
            </a:r>
            <a:endParaRPr lang="es-ES" dirty="0"/>
          </a:p>
          <a:p>
            <a:pPr marL="285750" indent="-285750">
              <a:buFont typeface="Arial" panose="020B0604020202020204" pitchFamily="34" charset="0"/>
              <a:buChar char="•"/>
            </a:pPr>
            <a:r>
              <a:rPr lang="es-ES" b="1" dirty="0" err="1"/>
              <a:t>header</a:t>
            </a:r>
            <a:r>
              <a:rPr lang="es-ES" dirty="0"/>
              <a:t>: Se utiliza para insertar información introductoria, como logo, título o algún enlace</a:t>
            </a:r>
          </a:p>
          <a:p>
            <a:r>
              <a:rPr lang="es-ES" dirty="0"/>
              <a:t>Secundario</a:t>
            </a:r>
          </a:p>
          <a:p>
            <a:pPr marL="285750" indent="-285750">
              <a:buFont typeface="Arial" panose="020B0604020202020204" pitchFamily="34" charset="0"/>
              <a:buChar char="•"/>
            </a:pPr>
            <a:r>
              <a:rPr lang="es-ES" b="1" dirty="0" err="1"/>
              <a:t>section</a:t>
            </a:r>
            <a:r>
              <a:rPr lang="es-ES" dirty="0"/>
              <a:t>: Define una sección del documento. Suele contener elemento de cabecera (h1-h6) y se</a:t>
            </a:r>
          </a:p>
          <a:p>
            <a:r>
              <a:rPr lang="es-ES" dirty="0"/>
              <a:t>puede anidar para crear subsecciones.</a:t>
            </a:r>
          </a:p>
          <a:p>
            <a:pPr marL="285750" indent="-285750">
              <a:buFont typeface="Arial" panose="020B0604020202020204" pitchFamily="34" charset="0"/>
              <a:buChar char="•"/>
            </a:pPr>
            <a:r>
              <a:rPr lang="es-ES" b="1" dirty="0" err="1"/>
              <a:t>article</a:t>
            </a:r>
            <a:r>
              <a:rPr lang="es-ES" dirty="0"/>
              <a:t>: Contenedor que agrupa información concebida como una unidad independiente, </a:t>
            </a:r>
          </a:p>
          <a:p>
            <a:r>
              <a:rPr lang="es-ES" dirty="0"/>
              <a:t>por ejemplo, un artículo de revista, noticia de periódico, entrada en un blog o comentario en un foro.</a:t>
            </a:r>
          </a:p>
          <a:p>
            <a:pPr marL="285750" indent="-285750">
              <a:buFont typeface="Arial" panose="020B0604020202020204" pitchFamily="34" charset="0"/>
              <a:buChar char="•"/>
            </a:pPr>
            <a:r>
              <a:rPr lang="es-ES" b="1" dirty="0" err="1"/>
              <a:t>footer</a:t>
            </a:r>
            <a:r>
              <a:rPr lang="es-ES" dirty="0"/>
              <a:t>: Define el pie de página. Suele contener </a:t>
            </a:r>
            <a:r>
              <a:rPr lang="es-ES" dirty="0" err="1"/>
              <a:t>info</a:t>
            </a:r>
            <a:r>
              <a:rPr lang="es-ES" dirty="0"/>
              <a:t> sobre autoría/contacto, propiedad y derechos</a:t>
            </a:r>
          </a:p>
          <a:p>
            <a:r>
              <a:rPr lang="es-ES" dirty="0"/>
              <a:t> del documento.</a:t>
            </a:r>
          </a:p>
        </p:txBody>
      </p:sp>
    </p:spTree>
    <p:extLst>
      <p:ext uri="{BB962C8B-B14F-4D97-AF65-F5344CB8AC3E}">
        <p14:creationId xmlns:p14="http://schemas.microsoft.com/office/powerpoint/2010/main" val="2829971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BLOQUE (ELEMENTOS SEMÁNTICOS)</a:t>
            </a:r>
          </a:p>
        </p:txBody>
      </p:sp>
      <p:sp>
        <p:nvSpPr>
          <p:cNvPr id="4" name="CuadroTexto 3">
            <a:extLst>
              <a:ext uri="{FF2B5EF4-FFF2-40B4-BE49-F238E27FC236}">
                <a16:creationId xmlns:a16="http://schemas.microsoft.com/office/drawing/2014/main" id="{AF0CAA78-F016-F234-4DCD-13E45FC4C96B}"/>
              </a:ext>
            </a:extLst>
          </p:cNvPr>
          <p:cNvSpPr txBox="1"/>
          <p:nvPr/>
        </p:nvSpPr>
        <p:spPr>
          <a:xfrm>
            <a:off x="643180" y="1619573"/>
            <a:ext cx="9189952" cy="2031325"/>
          </a:xfrm>
          <a:prstGeom prst="rect">
            <a:avLst/>
          </a:prstGeom>
          <a:noFill/>
        </p:spPr>
        <p:txBody>
          <a:bodyPr wrap="none" rtlCol="0">
            <a:spAutoFit/>
          </a:bodyPr>
          <a:lstStyle/>
          <a:p>
            <a:pPr marL="285750" indent="-285750">
              <a:buFont typeface="Arial" panose="020B0604020202020204" pitchFamily="34" charset="0"/>
              <a:buChar char="•"/>
            </a:pPr>
            <a:r>
              <a:rPr lang="es-ES" b="1" dirty="0" err="1"/>
              <a:t>nav</a:t>
            </a:r>
            <a:r>
              <a:rPr lang="es-ES" dirty="0"/>
              <a:t>: este elemento está concebido para albergar enlaces de navegación, ya sea internos o</a:t>
            </a:r>
          </a:p>
          <a:p>
            <a:r>
              <a:rPr lang="es-ES" dirty="0"/>
              <a:t>externos a nuestros documentos. </a:t>
            </a:r>
          </a:p>
          <a:p>
            <a:pPr marL="285750" indent="-285750">
              <a:buFont typeface="Arial" panose="020B0604020202020204" pitchFamily="34" charset="0"/>
              <a:buChar char="•"/>
            </a:pPr>
            <a:r>
              <a:rPr lang="es-ES" b="1" dirty="0" err="1"/>
              <a:t>main</a:t>
            </a:r>
            <a:r>
              <a:rPr lang="es-ES" dirty="0"/>
              <a:t>: Representa el contenido principal del cuerpo del documento.</a:t>
            </a:r>
          </a:p>
          <a:p>
            <a:pPr marL="285750" indent="-285750">
              <a:buFont typeface="Arial" panose="020B0604020202020204" pitchFamily="34" charset="0"/>
              <a:buChar char="•"/>
            </a:pPr>
            <a:r>
              <a:rPr lang="es-ES" b="1" dirty="0"/>
              <a:t>aside: </a:t>
            </a:r>
            <a:r>
              <a:rPr lang="es-ES" dirty="0"/>
              <a:t>contenido que se suele representar en un lateral en la que se pueden mostrar enlaces</a:t>
            </a:r>
          </a:p>
          <a:p>
            <a:r>
              <a:rPr lang="es-ES" dirty="0"/>
              <a:t>relacionados, información o publicidad complementaria al contenido principal del documento.</a:t>
            </a:r>
          </a:p>
          <a:p>
            <a:pPr marL="285750" indent="-285750">
              <a:buFont typeface="Arial" panose="020B0604020202020204" pitchFamily="34" charset="0"/>
              <a:buChar char="•"/>
            </a:pPr>
            <a:r>
              <a:rPr lang="es-ES" b="1" dirty="0" err="1"/>
              <a:t>hgroup</a:t>
            </a:r>
            <a:r>
              <a:rPr lang="es-ES" dirty="0"/>
              <a:t>: se utiliza para agrupar cabeceras pero su uso esta desaconsejado y la semántica que </a:t>
            </a:r>
          </a:p>
          <a:p>
            <a:r>
              <a:rPr lang="es-ES" dirty="0"/>
              <a:t>ofrece ahora mismo es teórica.</a:t>
            </a:r>
          </a:p>
        </p:txBody>
      </p:sp>
    </p:spTree>
    <p:extLst>
      <p:ext uri="{BB962C8B-B14F-4D97-AF65-F5344CB8AC3E}">
        <p14:creationId xmlns:p14="http://schemas.microsoft.com/office/powerpoint/2010/main" val="39656280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BLOQUE (ELEMENTOS SEMÁNTICOS)</a:t>
            </a:r>
          </a:p>
        </p:txBody>
      </p:sp>
      <p:pic>
        <p:nvPicPr>
          <p:cNvPr id="5" name="Imagen 4">
            <a:extLst>
              <a:ext uri="{FF2B5EF4-FFF2-40B4-BE49-F238E27FC236}">
                <a16:creationId xmlns:a16="http://schemas.microsoft.com/office/drawing/2014/main" id="{43CFC776-B865-ECD5-C780-32AE2B3494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2767" y="1252497"/>
            <a:ext cx="4702864" cy="3527148"/>
          </a:xfrm>
          <a:prstGeom prst="rect">
            <a:avLst/>
          </a:prstGeom>
        </p:spPr>
      </p:pic>
      <p:sp>
        <p:nvSpPr>
          <p:cNvPr id="6" name="CuadroTexto 5">
            <a:extLst>
              <a:ext uri="{FF2B5EF4-FFF2-40B4-BE49-F238E27FC236}">
                <a16:creationId xmlns:a16="http://schemas.microsoft.com/office/drawing/2014/main" id="{4C1236E7-D028-0D4C-A0D7-0D0022F2E467}"/>
              </a:ext>
            </a:extLst>
          </p:cNvPr>
          <p:cNvSpPr txBox="1"/>
          <p:nvPr/>
        </p:nvSpPr>
        <p:spPr>
          <a:xfrm>
            <a:off x="2727831" y="4717997"/>
            <a:ext cx="3874779" cy="507831"/>
          </a:xfrm>
          <a:prstGeom prst="rect">
            <a:avLst/>
          </a:prstGeom>
          <a:noFill/>
        </p:spPr>
        <p:txBody>
          <a:bodyPr wrap="none" rtlCol="0">
            <a:spAutoFit/>
          </a:bodyPr>
          <a:lstStyle/>
          <a:p>
            <a:r>
              <a:rPr lang="es-ES" dirty="0"/>
              <a:t>Imagen obtenida de:</a:t>
            </a:r>
          </a:p>
          <a:p>
            <a:r>
              <a:rPr lang="es-ES" sz="900" dirty="0">
                <a:hlinkClick r:id="rId4"/>
              </a:rPr>
              <a:t>https://medium.com/geekculture/the-science-of-semantic-html-c66fda24f105</a:t>
            </a:r>
            <a:endParaRPr lang="es-ES" sz="900" dirty="0"/>
          </a:p>
        </p:txBody>
      </p:sp>
    </p:spTree>
    <p:extLst>
      <p:ext uri="{BB962C8B-B14F-4D97-AF65-F5344CB8AC3E}">
        <p14:creationId xmlns:p14="http://schemas.microsoft.com/office/powerpoint/2010/main" val="1369112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ELEMENTOS DE BLOQUE (ELEMENTOS SEMÁNTICOS)</a:t>
            </a:r>
          </a:p>
        </p:txBody>
      </p:sp>
      <p:sp>
        <p:nvSpPr>
          <p:cNvPr id="3" name="CuadroTexto 2">
            <a:extLst>
              <a:ext uri="{FF2B5EF4-FFF2-40B4-BE49-F238E27FC236}">
                <a16:creationId xmlns:a16="http://schemas.microsoft.com/office/drawing/2014/main" id="{5191CC42-99F7-3022-C78B-14D157D69ACE}"/>
              </a:ext>
            </a:extLst>
          </p:cNvPr>
          <p:cNvSpPr txBox="1"/>
          <p:nvPr/>
        </p:nvSpPr>
        <p:spPr>
          <a:xfrm>
            <a:off x="304800" y="1485900"/>
            <a:ext cx="4324261" cy="646331"/>
          </a:xfrm>
          <a:prstGeom prst="rect">
            <a:avLst/>
          </a:prstGeom>
          <a:noFill/>
        </p:spPr>
        <p:txBody>
          <a:bodyPr wrap="none" rtlCol="0">
            <a:spAutoFit/>
          </a:bodyPr>
          <a:lstStyle/>
          <a:p>
            <a:r>
              <a:rPr lang="es-ES" b="1" dirty="0"/>
              <a:t>Actividad. Crea el siguiente documento </a:t>
            </a:r>
          </a:p>
          <a:p>
            <a:r>
              <a:rPr lang="es-ES" b="1" dirty="0"/>
              <a:t>utilizando elementos de bloque semánticos</a:t>
            </a:r>
          </a:p>
        </p:txBody>
      </p:sp>
      <p:pic>
        <p:nvPicPr>
          <p:cNvPr id="7" name="Imagen 6">
            <a:extLst>
              <a:ext uri="{FF2B5EF4-FFF2-40B4-BE49-F238E27FC236}">
                <a16:creationId xmlns:a16="http://schemas.microsoft.com/office/drawing/2014/main" id="{037A5817-D308-685B-9A20-A5261935A229}"/>
              </a:ext>
            </a:extLst>
          </p:cNvPr>
          <p:cNvPicPr>
            <a:picLocks noChangeAspect="1"/>
          </p:cNvPicPr>
          <p:nvPr/>
        </p:nvPicPr>
        <p:blipFill>
          <a:blip r:embed="rId3"/>
          <a:stretch>
            <a:fillRect/>
          </a:stretch>
        </p:blipFill>
        <p:spPr>
          <a:xfrm>
            <a:off x="5287699" y="1310640"/>
            <a:ext cx="3772426" cy="4000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8450609"/>
      </p:ext>
    </p:extLst>
  </p:cSld>
  <p:clrMapOvr>
    <a:masterClrMapping/>
  </p:clrMapOvr>
</p:sld>
</file>

<file path=ppt/theme/theme1.xml><?xml version="1.0" encoding="utf-8"?>
<a:theme xmlns:a="http://schemas.openxmlformats.org/drawingml/2006/main" name="Midnight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dnightblu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idnightblu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5896</TotalTime>
  <Words>5668</Words>
  <Application>Microsoft Office PowerPoint</Application>
  <PresentationFormat>Custom</PresentationFormat>
  <Paragraphs>634</Paragraphs>
  <Slides>69</Slides>
  <Notes>69</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69</vt:i4>
      </vt:variant>
    </vt:vector>
  </HeadingPairs>
  <TitlesOfParts>
    <vt:vector size="79" baseType="lpstr">
      <vt:lpstr>Arial</vt:lpstr>
      <vt:lpstr>Calibri</vt:lpstr>
      <vt:lpstr>Cambria</vt:lpstr>
      <vt:lpstr>Consolas</vt:lpstr>
      <vt:lpstr>Noto Sans</vt:lpstr>
      <vt:lpstr>Times New Roman</vt:lpstr>
      <vt:lpstr>Wingdings</vt:lpstr>
      <vt:lpstr>Midnightblue</vt:lpstr>
      <vt:lpstr>Midnightblue1</vt:lpstr>
      <vt:lpstr>Midnightblue2</vt:lpstr>
      <vt:lpstr>Utilización de lenguajes de marcas en entornos web</vt:lpstr>
      <vt:lpstr>HTML</vt:lpstr>
      <vt:lpstr>HTML</vt:lpstr>
      <vt:lpstr>HTML</vt:lpstr>
      <vt:lpstr>HTML</vt:lpstr>
      <vt:lpstr>Historia HTML</vt:lpstr>
      <vt:lpstr>Historia HTML</vt:lpstr>
      <vt:lpstr>Historia HTML</vt:lpstr>
      <vt:lpstr>Historia HTML</vt:lpstr>
      <vt:lpstr>XHTML</vt:lpstr>
      <vt:lpstr>XHTML</vt:lpstr>
      <vt:lpstr>XHTML</vt:lpstr>
      <vt:lpstr>XHTML</vt:lpstr>
      <vt:lpstr>Historia HTML</vt:lpstr>
      <vt:lpstr>XHTML</vt:lpstr>
      <vt:lpstr>HTML - DOCUMENTACIÓN</vt:lpstr>
      <vt:lpstr>ESTRUCTURA DOCUMENTO HTML</vt:lpstr>
      <vt:lpstr>ESTRUCTURA DOCUMENTO HTML</vt:lpstr>
      <vt:lpstr>Etiqueta html</vt:lpstr>
      <vt:lpstr>Etiqueta html</vt:lpstr>
      <vt:lpstr>Head</vt:lpstr>
      <vt:lpstr>Head</vt:lpstr>
      <vt:lpstr>Head</vt:lpstr>
      <vt:lpstr>Head</vt:lpstr>
      <vt:lpstr>Head – Atributos meta name</vt:lpstr>
      <vt:lpstr>Head – Atributos meta http-equiv</vt:lpstr>
      <vt:lpstr>Head</vt:lpstr>
      <vt:lpstr>Algunas etiquetas</vt:lpstr>
      <vt:lpstr>Algunas etiquetas</vt:lpstr>
      <vt:lpstr>Algunas etiquetas</vt:lpstr>
      <vt:lpstr>Algunas etiquetas</vt:lpstr>
      <vt:lpstr>Algunas etiquetas</vt:lpstr>
      <vt:lpstr>Algunas etiquetas</vt:lpstr>
      <vt:lpstr>Algunas etiquetas</vt:lpstr>
      <vt:lpstr>Algunas etiquetas</vt:lpstr>
      <vt:lpstr>Algunas etiquetas</vt:lpstr>
      <vt:lpstr>Algunas etiquetas</vt:lpstr>
      <vt:lpstr>Algunas etiquetas</vt:lpstr>
      <vt:lpstr>Medidas</vt:lpstr>
      <vt:lpstr>Algunas etiquetas</vt:lpstr>
      <vt:lpstr>Algunas etiquetas</vt:lpstr>
      <vt:lpstr>Algunas etiquetas</vt:lpstr>
      <vt:lpstr>Algunas etiquetas</vt:lpstr>
      <vt:lpstr>Algunas etiquetas</vt:lpstr>
      <vt:lpstr>Actividad</vt:lpstr>
      <vt:lpstr>Listas</vt:lpstr>
      <vt:lpstr>Listas</vt:lpstr>
      <vt:lpstr>Listas</vt:lpstr>
      <vt:lpstr>Listas</vt:lpstr>
      <vt:lpstr>Listas</vt:lpstr>
      <vt:lpstr>Listas</vt:lpstr>
      <vt:lpstr>TABLAS</vt:lpstr>
      <vt:lpstr>TABLAS</vt:lpstr>
      <vt:lpstr>TABLAS</vt:lpstr>
      <vt:lpstr>TABLAS</vt:lpstr>
      <vt:lpstr>TABLAS</vt:lpstr>
      <vt:lpstr>TABLAS</vt:lpstr>
      <vt:lpstr>Referencias de caracteres</vt:lpstr>
      <vt:lpstr>Referencias de caracteres</vt:lpstr>
      <vt:lpstr>ELEMENTOS DE  LINEA Y DE BLOQUE</vt:lpstr>
      <vt:lpstr>Herramientas de desarrollo del navegador</vt:lpstr>
      <vt:lpstr>Herramientas de desarrollo del navegador</vt:lpstr>
      <vt:lpstr>ELEMENTOS DE LÍNEA Y DE BLOQUE</vt:lpstr>
      <vt:lpstr>ELEMENTOS DE LÍNEA</vt:lpstr>
      <vt:lpstr>ELEMENTOS DE BLOQUE</vt:lpstr>
      <vt:lpstr>ELEMENTOS DE BLOQUE (ELEMENTOS SEMÁNTICOS)</vt:lpstr>
      <vt:lpstr>ELEMENTOS DE BLOQUE (ELEMENTOS SEMÁNTICOS)</vt:lpstr>
      <vt:lpstr>ELEMENTOS DE BLOQUE (ELEMENTOS SEMÁNTICOS)</vt:lpstr>
      <vt:lpstr>ELEMENTOS DE BLOQUE (ELEMENTOS SEMÁNTICOS)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 HTML</dc:title>
  <dc:creator>Juan</dc:creator>
  <cp:lastModifiedBy>Francisco Alia Hernández</cp:lastModifiedBy>
  <cp:revision>63</cp:revision>
  <dcterms:created xsi:type="dcterms:W3CDTF">2022-09-11T16:37:12Z</dcterms:created>
  <dcterms:modified xsi:type="dcterms:W3CDTF">2025-09-23T14:38:10Z</dcterms:modified>
</cp:coreProperties>
</file>