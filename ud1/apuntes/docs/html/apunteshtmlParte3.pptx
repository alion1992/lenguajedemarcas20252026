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2"/>
  </p:notesMasterIdLst>
  <p:handoutMasterIdLst>
    <p:handoutMasterId r:id="rId23"/>
  </p:handoutMasterIdLst>
  <p:sldIdLst>
    <p:sldId id="256" r:id="rId4"/>
    <p:sldId id="257" r:id="rId5"/>
    <p:sldId id="258" r:id="rId6"/>
    <p:sldId id="264" r:id="rId7"/>
    <p:sldId id="260" r:id="rId8"/>
    <p:sldId id="261" r:id="rId9"/>
    <p:sldId id="262" r:id="rId10"/>
    <p:sldId id="263" r:id="rId11"/>
    <p:sldId id="265" r:id="rId12"/>
    <p:sldId id="270" r:id="rId13"/>
    <p:sldId id="271" r:id="rId14"/>
    <p:sldId id="272" r:id="rId15"/>
    <p:sldId id="273" r:id="rId16"/>
    <p:sldId id="274" r:id="rId17"/>
    <p:sldId id="267" r:id="rId18"/>
    <p:sldId id="275" r:id="rId19"/>
    <p:sldId id="276" r:id="rId20"/>
    <p:sldId id="277" r:id="rId21"/>
  </p:sldIdLst>
  <p:sldSz cx="10080625" cy="5670550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710"/>
  </p:normalViewPr>
  <p:slideViewPr>
    <p:cSldViewPr snapToGrid="0">
      <p:cViewPr varScale="1">
        <p:scale>
          <a:sx n="178" d="100"/>
          <a:sy n="178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Alia Hernández" userId="19ac7215-f1c4-4db4-9b56-4a0303001f57" providerId="ADAL" clId="{8A78044B-2865-5D51-95E8-FDAF10742AEB}"/>
    <pc:docChg chg="modSld">
      <pc:chgData name="Francisco Alia Hernández" userId="19ac7215-f1c4-4db4-9b56-4a0303001f57" providerId="ADAL" clId="{8A78044B-2865-5D51-95E8-FDAF10742AEB}" dt="2025-10-14T10:51:16.234" v="4" actId="1076"/>
      <pc:docMkLst>
        <pc:docMk/>
      </pc:docMkLst>
      <pc:sldChg chg="modSp mod">
        <pc:chgData name="Francisco Alia Hernández" userId="19ac7215-f1c4-4db4-9b56-4a0303001f57" providerId="ADAL" clId="{8A78044B-2865-5D51-95E8-FDAF10742AEB}" dt="2025-10-14T09:02:27.272" v="3" actId="20577"/>
        <pc:sldMkLst>
          <pc:docMk/>
          <pc:sldMk cId="0" sldId="256"/>
        </pc:sldMkLst>
        <pc:spChg chg="mod">
          <ac:chgData name="Francisco Alia Hernández" userId="19ac7215-f1c4-4db4-9b56-4a0303001f57" providerId="ADAL" clId="{8A78044B-2865-5D51-95E8-FDAF10742AEB}" dt="2025-10-14T09:02:27.272" v="3" actId="20577"/>
          <ac:spMkLst>
            <pc:docMk/>
            <pc:sldMk cId="0" sldId="256"/>
            <ac:spMk id="3" creationId="{F88B7F38-11E3-E321-7F13-EE0F7C065D05}"/>
          </ac:spMkLst>
        </pc:spChg>
      </pc:sldChg>
      <pc:sldChg chg="modSp mod">
        <pc:chgData name="Francisco Alia Hernández" userId="19ac7215-f1c4-4db4-9b56-4a0303001f57" providerId="ADAL" clId="{8A78044B-2865-5D51-95E8-FDAF10742AEB}" dt="2025-10-14T07:51:30.720" v="1" actId="20577"/>
        <pc:sldMkLst>
          <pc:docMk/>
          <pc:sldMk cId="3255132495" sldId="258"/>
        </pc:sldMkLst>
        <pc:spChg chg="mod">
          <ac:chgData name="Francisco Alia Hernández" userId="19ac7215-f1c4-4db4-9b56-4a0303001f57" providerId="ADAL" clId="{8A78044B-2865-5D51-95E8-FDAF10742AEB}" dt="2025-10-14T07:51:30.720" v="1" actId="20577"/>
          <ac:spMkLst>
            <pc:docMk/>
            <pc:sldMk cId="3255132495" sldId="258"/>
            <ac:spMk id="6" creationId="{2EBA76C1-F6E4-C6CA-8B77-4D313C67E26F}"/>
          </ac:spMkLst>
        </pc:spChg>
      </pc:sldChg>
      <pc:sldChg chg="modSp mod">
        <pc:chgData name="Francisco Alia Hernández" userId="19ac7215-f1c4-4db4-9b56-4a0303001f57" providerId="ADAL" clId="{8A78044B-2865-5D51-95E8-FDAF10742AEB}" dt="2025-10-14T10:51:16.234" v="4" actId="1076"/>
        <pc:sldMkLst>
          <pc:docMk/>
          <pc:sldMk cId="1000957086" sldId="264"/>
        </pc:sldMkLst>
        <pc:spChg chg="mod">
          <ac:chgData name="Francisco Alia Hernández" userId="19ac7215-f1c4-4db4-9b56-4a0303001f57" providerId="ADAL" clId="{8A78044B-2865-5D51-95E8-FDAF10742AEB}" dt="2025-10-14T10:51:16.234" v="4" actId="1076"/>
          <ac:spMkLst>
            <pc:docMk/>
            <pc:sldMk cId="1000957086" sldId="264"/>
            <ac:spMk id="4" creationId="{675F5EFE-78CC-2953-FA85-32AAB776B96F}"/>
          </ac:spMkLst>
        </pc:spChg>
      </pc:sldChg>
    </pc:docChg>
  </pc:docChgLst>
  <pc:docChgLst>
    <pc:chgData name="Juan García Aguilar" userId="de58f566-0b32-41fd-9429-bd3351bd8169" providerId="ADAL" clId="{349A29AA-0E45-439A-ADF5-0E96C5307ABB}"/>
    <pc:docChg chg="undo redo custSel addSld delSld modSld">
      <pc:chgData name="Juan García Aguilar" userId="de58f566-0b32-41fd-9429-bd3351bd8169" providerId="ADAL" clId="{349A29AA-0E45-439A-ADF5-0E96C5307ABB}" dt="2023-11-12T10:17:33.051" v="5921" actId="2696"/>
      <pc:docMkLst>
        <pc:docMk/>
      </pc:docMkLst>
      <pc:sldChg chg="modSp mod">
        <pc:chgData name="Juan García Aguilar" userId="de58f566-0b32-41fd-9429-bd3351bd8169" providerId="ADAL" clId="{349A29AA-0E45-439A-ADF5-0E96C5307ABB}" dt="2023-11-07T11:35:38.484" v="8" actId="20577"/>
        <pc:sldMkLst>
          <pc:docMk/>
          <pc:sldMk cId="0" sldId="256"/>
        </pc:sldMkLst>
      </pc:sldChg>
      <pc:sldChg chg="addSp modSp mod">
        <pc:chgData name="Juan García Aguilar" userId="de58f566-0b32-41fd-9429-bd3351bd8169" providerId="ADAL" clId="{349A29AA-0E45-439A-ADF5-0E96C5307ABB}" dt="2023-11-08T11:24:10.098" v="224" actId="20577"/>
        <pc:sldMkLst>
          <pc:docMk/>
          <pc:sldMk cId="0" sldId="257"/>
        </pc:sldMkLst>
      </pc:sldChg>
      <pc:sldChg chg="addSp delSp modSp add mod">
        <pc:chgData name="Juan García Aguilar" userId="de58f566-0b32-41fd-9429-bd3351bd8169" providerId="ADAL" clId="{349A29AA-0E45-439A-ADF5-0E96C5307ABB}" dt="2023-11-08T12:19:00.941" v="730" actId="20577"/>
        <pc:sldMkLst>
          <pc:docMk/>
          <pc:sldMk cId="3255132495" sldId="258"/>
        </pc:sldMkLst>
      </pc:sldChg>
      <pc:sldChg chg="addSp delSp add del mod">
        <pc:chgData name="Juan García Aguilar" userId="de58f566-0b32-41fd-9429-bd3351bd8169" providerId="ADAL" clId="{349A29AA-0E45-439A-ADF5-0E96C5307ABB}" dt="2023-11-08T12:19:06.141" v="731" actId="2696"/>
        <pc:sldMkLst>
          <pc:docMk/>
          <pc:sldMk cId="3174643399" sldId="259"/>
        </pc:sldMkLst>
      </pc:sldChg>
      <pc:sldChg chg="addSp modSp add mod">
        <pc:chgData name="Juan García Aguilar" userId="de58f566-0b32-41fd-9429-bd3351bd8169" providerId="ADAL" clId="{349A29AA-0E45-439A-ADF5-0E96C5307ABB}" dt="2023-11-08T12:26:26.823" v="844"/>
        <pc:sldMkLst>
          <pc:docMk/>
          <pc:sldMk cId="2550267288" sldId="260"/>
        </pc:sldMkLst>
      </pc:sldChg>
      <pc:sldChg chg="addSp delSp modSp add mod">
        <pc:chgData name="Juan García Aguilar" userId="de58f566-0b32-41fd-9429-bd3351bd8169" providerId="ADAL" clId="{349A29AA-0E45-439A-ADF5-0E96C5307ABB}" dt="2023-11-09T13:21:28.586" v="2440" actId="313"/>
        <pc:sldMkLst>
          <pc:docMk/>
          <pc:sldMk cId="1483583075" sldId="261"/>
        </pc:sldMkLst>
      </pc:sldChg>
      <pc:sldChg chg="addSp delSp modSp add mod">
        <pc:chgData name="Juan García Aguilar" userId="de58f566-0b32-41fd-9429-bd3351bd8169" providerId="ADAL" clId="{349A29AA-0E45-439A-ADF5-0E96C5307ABB}" dt="2023-11-08T13:03:41.979" v="1616" actId="113"/>
        <pc:sldMkLst>
          <pc:docMk/>
          <pc:sldMk cId="2381696342" sldId="262"/>
        </pc:sldMkLst>
      </pc:sldChg>
      <pc:sldChg chg="addSp delSp modSp add mod">
        <pc:chgData name="Juan García Aguilar" userId="de58f566-0b32-41fd-9429-bd3351bd8169" providerId="ADAL" clId="{349A29AA-0E45-439A-ADF5-0E96C5307ABB}" dt="2023-11-09T12:56:30.534" v="2137" actId="113"/>
        <pc:sldMkLst>
          <pc:docMk/>
          <pc:sldMk cId="3679888623" sldId="263"/>
        </pc:sldMkLst>
      </pc:sldChg>
      <pc:sldChg chg="addSp modSp add mod">
        <pc:chgData name="Juan García Aguilar" userId="de58f566-0b32-41fd-9429-bd3351bd8169" providerId="ADAL" clId="{349A29AA-0E45-439A-ADF5-0E96C5307ABB}" dt="2023-11-08T13:05:30.955" v="1647" actId="20577"/>
        <pc:sldMkLst>
          <pc:docMk/>
          <pc:sldMk cId="1000957086" sldId="264"/>
        </pc:sldMkLst>
      </pc:sldChg>
      <pc:sldChg chg="addSp delSp modSp add mod">
        <pc:chgData name="Juan García Aguilar" userId="de58f566-0b32-41fd-9429-bd3351bd8169" providerId="ADAL" clId="{349A29AA-0E45-439A-ADF5-0E96C5307ABB}" dt="2023-11-09T13:17:07.810" v="2353" actId="20577"/>
        <pc:sldMkLst>
          <pc:docMk/>
          <pc:sldMk cId="461500365" sldId="265"/>
        </pc:sldMkLst>
      </pc:sldChg>
      <pc:sldChg chg="addSp delSp modSp add del mod">
        <pc:chgData name="Juan García Aguilar" userId="de58f566-0b32-41fd-9429-bd3351bd8169" providerId="ADAL" clId="{349A29AA-0E45-439A-ADF5-0E96C5307ABB}" dt="2023-11-12T08:18:23.551" v="2973" actId="2696"/>
        <pc:sldMkLst>
          <pc:docMk/>
          <pc:sldMk cId="352671503" sldId="266"/>
        </pc:sldMkLst>
      </pc:sldChg>
      <pc:sldChg chg="addSp modSp add mod">
        <pc:chgData name="Juan García Aguilar" userId="de58f566-0b32-41fd-9429-bd3351bd8169" providerId="ADAL" clId="{349A29AA-0E45-439A-ADF5-0E96C5307ABB}" dt="2023-11-12T08:45:53.503" v="4080" actId="113"/>
        <pc:sldMkLst>
          <pc:docMk/>
          <pc:sldMk cId="1900327011" sldId="267"/>
        </pc:sldMkLst>
      </pc:sldChg>
      <pc:sldChg chg="modSp add del mod">
        <pc:chgData name="Juan García Aguilar" userId="de58f566-0b32-41fd-9429-bd3351bd8169" providerId="ADAL" clId="{349A29AA-0E45-439A-ADF5-0E96C5307ABB}" dt="2023-11-12T08:43:06.510" v="3627" actId="2696"/>
        <pc:sldMkLst>
          <pc:docMk/>
          <pc:sldMk cId="1804612395" sldId="268"/>
        </pc:sldMkLst>
      </pc:sldChg>
      <pc:sldChg chg="modSp add del mod">
        <pc:chgData name="Juan García Aguilar" userId="de58f566-0b32-41fd-9429-bd3351bd8169" providerId="ADAL" clId="{349A29AA-0E45-439A-ADF5-0E96C5307ABB}" dt="2023-11-12T08:43:11.592" v="3628" actId="2696"/>
        <pc:sldMkLst>
          <pc:docMk/>
          <pc:sldMk cId="629452532" sldId="269"/>
        </pc:sldMkLst>
      </pc:sldChg>
      <pc:sldChg chg="addSp delSp modSp add mod">
        <pc:chgData name="Juan García Aguilar" userId="de58f566-0b32-41fd-9429-bd3351bd8169" providerId="ADAL" clId="{349A29AA-0E45-439A-ADF5-0E96C5307ABB}" dt="2023-11-09T13:30:38.667" v="2538" actId="20577"/>
        <pc:sldMkLst>
          <pc:docMk/>
          <pc:sldMk cId="184044496" sldId="270"/>
        </pc:sldMkLst>
      </pc:sldChg>
      <pc:sldChg chg="addSp delSp modSp add mod">
        <pc:chgData name="Juan García Aguilar" userId="de58f566-0b32-41fd-9429-bd3351bd8169" providerId="ADAL" clId="{349A29AA-0E45-439A-ADF5-0E96C5307ABB}" dt="2023-11-09T13:30:54.847" v="2544" actId="1076"/>
        <pc:sldMkLst>
          <pc:docMk/>
          <pc:sldMk cId="1902498684" sldId="271"/>
        </pc:sldMkLst>
      </pc:sldChg>
      <pc:sldChg chg="addSp delSp modSp add mod">
        <pc:chgData name="Juan García Aguilar" userId="de58f566-0b32-41fd-9429-bd3351bd8169" providerId="ADAL" clId="{349A29AA-0E45-439A-ADF5-0E96C5307ABB}" dt="2023-11-12T08:42:20.048" v="3626" actId="20577"/>
        <pc:sldMkLst>
          <pc:docMk/>
          <pc:sldMk cId="976979023" sldId="272"/>
        </pc:sldMkLst>
      </pc:sldChg>
      <pc:sldChg chg="addSp delSp modSp add mod">
        <pc:chgData name="Juan García Aguilar" userId="de58f566-0b32-41fd-9429-bd3351bd8169" providerId="ADAL" clId="{349A29AA-0E45-439A-ADF5-0E96C5307ABB}" dt="2023-11-12T10:16:39.913" v="5920"/>
        <pc:sldMkLst>
          <pc:docMk/>
          <pc:sldMk cId="715798233" sldId="273"/>
        </pc:sldMkLst>
      </pc:sldChg>
      <pc:sldChg chg="add del">
        <pc:chgData name="Juan García Aguilar" userId="de58f566-0b32-41fd-9429-bd3351bd8169" providerId="ADAL" clId="{349A29AA-0E45-439A-ADF5-0E96C5307ABB}" dt="2023-11-12T08:18:25.788" v="2974" actId="2696"/>
        <pc:sldMkLst>
          <pc:docMk/>
          <pc:sldMk cId="3904467621" sldId="273"/>
        </pc:sldMkLst>
      </pc:sldChg>
      <pc:sldChg chg="addSp delSp modSp add mod">
        <pc:chgData name="Juan García Aguilar" userId="de58f566-0b32-41fd-9429-bd3351bd8169" providerId="ADAL" clId="{349A29AA-0E45-439A-ADF5-0E96C5307ABB}" dt="2023-11-12T08:35:00.799" v="3238" actId="1076"/>
        <pc:sldMkLst>
          <pc:docMk/>
          <pc:sldMk cId="624423516" sldId="274"/>
        </pc:sldMkLst>
      </pc:sldChg>
      <pc:sldChg chg="addSp delSp modSp add mod">
        <pc:chgData name="Juan García Aguilar" userId="de58f566-0b32-41fd-9429-bd3351bd8169" providerId="ADAL" clId="{349A29AA-0E45-439A-ADF5-0E96C5307ABB}" dt="2023-11-12T08:59:27.158" v="4378" actId="14100"/>
        <pc:sldMkLst>
          <pc:docMk/>
          <pc:sldMk cId="2364296629" sldId="275"/>
        </pc:sldMkLst>
      </pc:sldChg>
      <pc:sldChg chg="delSp modSp add mod">
        <pc:chgData name="Juan García Aguilar" userId="de58f566-0b32-41fd-9429-bd3351bd8169" providerId="ADAL" clId="{349A29AA-0E45-439A-ADF5-0E96C5307ABB}" dt="2023-11-12T09:01:59.227" v="4730" actId="113"/>
        <pc:sldMkLst>
          <pc:docMk/>
          <pc:sldMk cId="2718574085" sldId="276"/>
        </pc:sldMkLst>
      </pc:sldChg>
      <pc:sldChg chg="addSp delSp modSp add mod">
        <pc:chgData name="Juan García Aguilar" userId="de58f566-0b32-41fd-9429-bd3351bd8169" providerId="ADAL" clId="{349A29AA-0E45-439A-ADF5-0E96C5307ABB}" dt="2023-11-12T10:14:44.261" v="5919" actId="20577"/>
        <pc:sldMkLst>
          <pc:docMk/>
          <pc:sldMk cId="992702035" sldId="277"/>
        </pc:sldMkLst>
      </pc:sldChg>
      <pc:sldChg chg="delSp add del mod">
        <pc:chgData name="Juan García Aguilar" userId="de58f566-0b32-41fd-9429-bd3351bd8169" providerId="ADAL" clId="{349A29AA-0E45-439A-ADF5-0E96C5307ABB}" dt="2023-11-12T10:17:33.051" v="5921" actId="2696"/>
        <pc:sldMkLst>
          <pc:docMk/>
          <pc:sldMk cId="1821904344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9A09ED6-3FC1-DD06-824E-67FD960D449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F50449-E7D5-9850-EFF7-58570BFC82B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C26FD8-D2A6-1D48-7554-BF6B8E071AB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E431F3-473A-B3FC-5623-2298F5B3CA6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7EBC9B-59DA-4189-B930-1515F385C660}" type="slidenum">
              <a:t>‹Nº›</a:t>
            </a:fld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76403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1BC640-33C8-19F5-2804-82C00FCB5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E3AFC3-0540-E29A-7A5A-8BED8DAED12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DA830D70-17A8-7764-DBEB-51262DA5174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874CA0-3CBE-08C4-4801-5A11E696ACC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84137D-7E8F-14D7-9951-C7DC15600AD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C80BC4-81B1-D018-2CBE-A6A7CD0753D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EC4DFB48-AD85-4696-B09F-6B6C75784B86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60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s-ES" sz="2000" b="0" i="0" u="none" strike="noStrike" kern="1200" cap="none" spc="0" baseline="0">
        <a:solidFill>
          <a:srgbClr val="000000"/>
        </a:solidFill>
        <a:uFillTx/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BDB22667-3A99-AF64-3CE6-A1865DAB2BA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D6521BA-F933-46AD-B80A-D1358030354C}" type="slidenum">
              <a:t>1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5D55F0B2-1EBD-61D8-3000-3D02E3CD3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29F0135F-F318-2B60-20EF-C27191F672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2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3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880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4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577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5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5590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6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08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7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0300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8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786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9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794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10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2982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11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2840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12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3010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13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5005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14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6672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15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690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16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636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17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835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18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351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3EEFB-D846-52C1-454B-8D06487070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47DB59-38FC-9DBF-8074-664567373E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80BA3-50B7-E799-08B0-96D73BDA5E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570F9-FD3F-9602-4FEB-9EB862618C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236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45DEC-99FA-AB06-617F-F1319851E66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397AE1-2939-C691-F007-1F5CDA3AC94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3BB25-DC7F-5513-AD67-674E1EDCAE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6C28E-A1E5-4BE1-B29A-0C9B0407D3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91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80E7B-B1BB-EF82-E9EB-B5653C901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829174-A2E2-9731-0088-259309D68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A456D-594C-0F8E-0696-67924F1CE08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042F6D-74CD-E415-51A2-A27B40E098B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23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01308-28EE-5C46-72B1-A351D51BD52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132AB-749C-657C-1E9C-C791D3A1692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0365" y="1484308"/>
            <a:ext cx="4603747" cy="37814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DD8C83-3FF6-0FF9-67EB-A68393D161E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6516" y="1484308"/>
            <a:ext cx="4603747" cy="37814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43B7AC-A9E9-D70B-00F4-C2B7900B3A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6CCB74-AA47-452A-D571-774E54D377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51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7400-DC1A-F78B-B363-4359453CF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903322-D6C3-C9C5-0163-4B6A96547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5ABFFE-8A08-8CAA-9019-CE8F73A678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3E08A6-7D84-EBEB-5213-3C80464BC38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6CC157-4B42-8573-0E08-BB90355A9C9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9688FE-B154-CDF4-0878-E4B4D9DD31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28FBB6-CB26-0297-8C09-27D70B2055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63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8338D-8252-EA44-6466-2B3E42651A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3AE1BD-2385-2FE8-4499-13202713AD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76860B-45D9-89C9-8795-378F89A9A7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95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4FD526-BC7D-A147-24F4-528F56449E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BE33F3-86C8-1E9B-ACCD-011709E378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50207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B29CF-2542-5F6C-76E7-00918C791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B70E1C-7E9C-C2B1-63D6-7384B5B1E0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FA8FAB-F1F3-CE4F-B16D-650743411D2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AFE855-7A6B-7DC5-1563-8DE07F9F90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459B6F-BD1E-235E-9A52-CBD13CA6D3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37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3AE6-0752-7B74-A889-F913E3677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967C6D-1FB0-2CC0-ABCF-158D3DCA707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530463-7B88-BAF9-A5D0-09402EAE533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401149-7F0A-394D-5D64-3E38AA1C9B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C3F8A2-86E9-58B7-0C4F-908D95BC0A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85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395CBE-33EF-8D26-9FF8-CDC4A8E9BE3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45ADAA-DBE8-6C55-719A-D180AEBA765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2CEBFE-F12E-A405-2190-C838D45578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E706C7-577E-DF14-CE5A-8DA6AC99D1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44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A2EEDD-4399-209C-D6AC-E1CAEC13D010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80286" y="225427"/>
            <a:ext cx="2339977" cy="504030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0D5937-786D-F7FE-557B-A478FAF3C68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360365" y="225427"/>
            <a:ext cx="6867528" cy="504030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53B096-6856-3D6B-E4B2-D6DD92A60D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16A37-0F80-13A5-752B-32A0CF780BA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646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F2C63-5946-0FB9-2EC8-778ED30E4C3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66DAAF-C03F-6489-5806-ADF92F5C1E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933918-775A-E88C-A981-0F0F8ACCDC2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CC09D3-BB4F-004B-D15B-6888FC908B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F75FE-9CC3-39E6-F82D-BA9EB11DD1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C1042A-9D14-4EBD-AF79-B622C2241E68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420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35B56-221E-308A-D044-C7A1BCB6E5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9E78-551A-9058-8F00-C4227C2FA6B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D8B18-09B7-562C-BB3A-3308448B07D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154E41-0403-EE4D-2DDE-2AC27D7DFC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796C1E-941A-AC9C-6A59-F0AB7DE632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3EB97B-34DA-4682-8A38-AF3B8AE9688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742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BA023-97AE-3960-4B6C-35C04C97E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93DE5D-CDF0-8E05-38E3-07B71CE4A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CC92BA-747F-18F7-63BB-23B55D9B18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4CE622-A848-A5F8-A59F-CA201930C2A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D72D3-B60B-81F5-BBDD-24F27E51FF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77F13D9-3751-41A4-A69D-D41355859AE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097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1F6F1-337C-CFB7-02BE-9A8741FF08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8311E-509B-2A2F-8261-D025CED4D55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0365" y="3914775"/>
            <a:ext cx="4603747" cy="14859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010DA6-476F-A3BE-9101-D9F94E9CA1B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6516" y="3914775"/>
            <a:ext cx="4603747" cy="14859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A87C1B-51B7-AF85-A028-5395B23D91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8ADFB-85D8-34B9-C6D7-6D303518B4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B73E14-4D0A-A806-51CC-FB2BF886F8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174AA7-6C02-4663-BCA3-57EC12D66DA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75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67D5-109C-7772-72E1-5A26329E8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D61446-13D4-8C2F-7C21-E39950C47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3436D7-A4DF-CEEC-5515-05EBDD59F21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4E22DA-993C-DB0E-23AE-B6BB7EBCA4F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D14849-FF58-F5C9-70AF-512D246FEF5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EBFC5C-C130-35F8-0027-89C9D206CB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AEF2DD-0398-B6CA-1909-F935E8622F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EB4112-6B48-E145-947A-3CD44E8594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1C6468-C2F8-4741-886C-FFA327EFFAC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30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DB8C9-6740-11D8-B21C-693D66D6A5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8D6EDD-5E1D-9EB2-F05F-2EBFDC6A78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D60AB6-5387-4FB6-8BA2-4D356B0B89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A77C2A-8E95-86C2-449B-A4496D8DD0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834BE9-ADE1-4DBC-AB3E-AA1EB2860A6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9708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30081E-5772-D5C9-08AE-4F0B1C06A40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F13DED-7DA7-422E-4533-E4CAA35608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FBDBD8-B22A-D862-2914-4269E7266A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CC562E-4259-451F-8DC1-67048490F0B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80985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36E8C-9AC2-5475-F938-E73A1A205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9F1CE-75DE-A375-4A56-873F2C8BCA2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A9412-19CA-B08A-ACE2-E91D76248C7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2FDAED-1148-9E67-65E8-F55627F9B75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38087D-F9EF-5AF4-31BA-0B80FEB5D6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06F01C-6BA0-7957-D4A7-968E39A31B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10AB1E-58B0-4F9D-94F3-E7E83E664D76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1521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2ED09-9CF5-9A05-A306-F48A3DFBE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F4331A-2208-CAF3-25E5-FFEF2E949921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C2A124-7447-279C-D7AA-DB027BE22B7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09F887-7BF8-6AEA-5394-85623F60C1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141C3A-E912-74C1-686D-7646C88F42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123AAF-5AFD-0830-858D-2A1B9D3AFB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D933CA-D653-4094-9A86-14D9F814373B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39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01F17-0245-43AE-7E90-B758322719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F8DF9-E449-6BB8-68E2-42082141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1D0110-A61F-A47D-049B-CFE767AF0A7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DCA2DE-7E3D-7E48-3628-1301EE96C3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A38E19-F09E-017C-E6E1-DA8293E7B2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4CB41B-7C32-4693-81BF-5B1AD60B606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7661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09D577-37BF-1DF5-E1B4-B29AAEF9022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80286" y="2835270"/>
            <a:ext cx="2339977" cy="256540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9B8E9E-61BA-41D9-9A12-3CCC3F4E206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360365" y="2835270"/>
            <a:ext cx="6867528" cy="256540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0414CA-1924-939F-57A2-04DE58B7E5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A443C-D968-A4A8-8CC7-960FCFF5794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4D3A0E-50DD-85B2-D01F-AD6FBB6E83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70918B-91B3-446A-AE46-DCB31A84BA4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780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C28D1-92DE-F2C4-2085-FBC8BD4C9F0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62B4D6-A45D-969A-B42C-181B519B91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67BDD-05A6-224D-47DB-1CDB8B6504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FF5F29-8392-5264-6D0C-8947BC5450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363D4C-7586-E25B-AD85-73D630C121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75545E8-DF4C-4143-ACE3-AABB863ACEB0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485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E5492-893C-34BA-41A9-1E966278874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986455-EC40-8FF8-3CE3-44FC68C4A8A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A9AD4D-9DB0-A8B3-1CFC-34E98B9B2A4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A1DDB9-EFC7-4BF8-37C5-98E59837984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6DD592-7115-9A36-6CA4-25D453C087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21549A-6D14-4262-8DCD-3324D971533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75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7E55-4DAC-4BBE-5CD7-EC4809804C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6F0558-9FDD-A272-9C4C-13FDA727A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EDD9F-6805-B46C-841B-43B3388A0F9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D0F504-34D6-0E7D-AE3E-B54F622A7A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41BFB-5784-87EA-FAF9-DCF059D97F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E2169F-D324-49D9-AFD0-387B433A8BF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387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CC252-39FF-36FF-DECC-85AC9F9D0F8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593A9-1AA8-7745-9226-C125F25FFD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19471" y="3240084"/>
            <a:ext cx="3073398" cy="161924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017B06-D2D0-2590-F706-0F59C76DB33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645273" y="3240084"/>
            <a:ext cx="3074990" cy="161924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EC3BD9-B92C-866B-7935-F5B6566739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D9E434-B6ED-F3CA-D383-03CD0475045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C7383-9ED8-26A4-A267-3B630AF7EA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3A6C39-FE94-42CB-8A5B-DAB8635C9EB0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5856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57BA3-12E1-53DE-3F05-5BC365AF5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AFE2B-A8DE-B08C-A7BB-D0E6743C1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CB9C1-5DFE-5FD0-AA45-7B5D7EB1004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D0DF41-805F-686D-D0FB-F8AB1BC3CDB4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7E28B2-F787-A337-8928-E44D7DBC066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36B26B-BD81-4E25-3308-DE585FD0FC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58AD32-0C72-F81F-6CE4-8C59122E9F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725C4E-770E-AE29-91DA-E3A51188A4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D9CB2F-2BA3-486E-8461-741CC0FBE7E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8141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B2E0B-8991-F766-47DF-676A6B60C4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6FA1C9-CBED-4F39-3EFA-82693A5956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9D8561-74B4-57A1-F1AA-010C0049B5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01416-9427-472E-C93C-A37D818AB29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99052C-2F16-435F-A972-FDAA1FF19E2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8728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9470A78-5A72-7B72-2014-01C17526F7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086614-BC1E-2E45-D1FA-4FE26A9C82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764A49-4836-B77B-3155-CB35C28129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820339-2F39-42B9-A0C5-990E131D007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1968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E6992-2D05-DBBA-FAA1-B8DECFD5B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71966-C0C0-02B1-D6F9-2C41445699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031CC7-95D0-A653-69FD-942C0278CB9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206033-83CC-D06B-997C-1F8D60D0D3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CFC3D9-F253-8B1D-489C-C8C4581C20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05AAF3-DD1E-A79F-8F4C-5D41F91A7E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127BE-62CD-43D3-BFB7-3A4724EF79EB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55455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C7D86-449A-ED50-D820-7A0DC4DAAE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EF5285-FCE3-F7C3-8626-82964756154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FF5E04-A92A-2C44-BAF7-021E51E0DE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179E0C-7818-73ED-D858-0D37BC4A13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39B247-3762-22D0-DDD9-11C135B6FF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0CAC25-5BDF-6CE4-1EDA-D83E6A6894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976020-3AF7-478B-96E9-D309031F3C0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7847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16FB3-3A50-2DF1-AF78-827EFA383E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DCA69F-C747-8D28-7A65-7235DD54F48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84371-9E5F-CB8A-A98B-DA04E04A5C7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DFC7BC-E574-2F8E-74A1-9569D083F4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FB9DB-4D98-A379-BC4E-0B5221A42A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3AE53F-359B-4230-BC6F-17E8193B6EC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781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FA2CD2-07DD-4802-41DD-5C645B81CFA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966079" y="1484308"/>
            <a:ext cx="1754184" cy="3375022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06D830-9B01-7C31-5856-63B180B519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2700342" y="1484308"/>
            <a:ext cx="5113333" cy="3375022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29CCC7-8917-AC1D-E0F9-8E9C22DFDB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46EB30-17C6-9D75-6980-D8328089AB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86696-61CC-CF97-56A1-FC77AD7D80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C947CC-A906-4633-94D4-548D278A4DC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1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1CE5018-46D8-10BF-08E8-35C5ADBD2AAD}"/>
              </a:ext>
            </a:extLst>
          </p:cNvPr>
          <p:cNvSpPr>
            <a:spLocks noMove="1" noResize="1"/>
          </p:cNvSpPr>
          <p:nvPr/>
        </p:nvSpPr>
        <p:spPr>
          <a:xfrm>
            <a:off x="0" y="5399998"/>
            <a:ext cx="10079998" cy="27000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DD617041-1A5F-8BC8-054B-015CE02ECF28}"/>
              </a:ext>
            </a:extLst>
          </p:cNvPr>
          <p:cNvSpPr/>
          <p:nvPr/>
        </p:nvSpPr>
        <p:spPr>
          <a:xfrm>
            <a:off x="0" y="0"/>
            <a:ext cx="10079998" cy="121499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D8CFF4DC-4B84-93B0-A779-1B78D1BB3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225719"/>
            <a:ext cx="9359999" cy="7189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971444-E5DE-724D-15B0-B796E71F0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999" y="1484994"/>
            <a:ext cx="9359999" cy="37800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34409E8B-0948-FA0C-226F-E04DA709F7E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9E643AC-33A6-4A9C-2986-3A5346C82D4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E2ABCC4-612A-49CE-CE14-8B5E99D3FA54}"/>
              </a:ext>
            </a:extLst>
          </p:cNvPr>
          <p:cNvSpPr/>
          <p:nvPr/>
        </p:nvSpPr>
        <p:spPr>
          <a:xfrm>
            <a:off x="9315001" y="5175001"/>
            <a:ext cx="450003" cy="4500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val f5"/>
              <a:gd name="f15" fmla="val f6"/>
              <a:gd name="f16" fmla="*/ 0 f7 1"/>
              <a:gd name="f17" fmla="*/ f5 f0 1"/>
              <a:gd name="f18" fmla="*/ f9 f0 1"/>
              <a:gd name="f19" fmla="*/ f11 f0 1"/>
              <a:gd name="f20" fmla="+- f15 0 f14"/>
              <a:gd name="f21" fmla="*/ f16 1 f2"/>
              <a:gd name="f22" fmla="*/ f17 1 f2"/>
              <a:gd name="f23" fmla="*/ f18 1 f2"/>
              <a:gd name="f24" fmla="*/ f19 1 f2"/>
              <a:gd name="f25" fmla="*/ f20 1 21600"/>
              <a:gd name="f26" fmla="+- 0 0 f21"/>
              <a:gd name="f27" fmla="+- f22 0 f1"/>
              <a:gd name="f28" fmla="+- f23 0 f1"/>
              <a:gd name="f29" fmla="+- f24 0 f1"/>
              <a:gd name="f30" fmla="*/ 3163 f25 1"/>
              <a:gd name="f31" fmla="*/ 18437 f25 1"/>
              <a:gd name="f32" fmla="*/ 10800 f25 1"/>
              <a:gd name="f33" fmla="*/ 0 f25 1"/>
              <a:gd name="f34" fmla="*/ 21600 f25 1"/>
              <a:gd name="f35" fmla="*/ f26 f0 1"/>
              <a:gd name="f36" fmla="+- f28 0 f27"/>
              <a:gd name="f37" fmla="*/ f35 1 f7"/>
              <a:gd name="f38" fmla="*/ f32 1 f25"/>
              <a:gd name="f39" fmla="*/ f33 1 f25"/>
              <a:gd name="f40" fmla="*/ f30 1 f25"/>
              <a:gd name="f41" fmla="*/ f31 1 f25"/>
              <a:gd name="f42" fmla="*/ f34 1 f25"/>
              <a:gd name="f43" fmla="+- f37 0 f1"/>
              <a:gd name="f44" fmla="*/ f40 f12 1"/>
              <a:gd name="f45" fmla="*/ f41 f12 1"/>
              <a:gd name="f46" fmla="*/ f41 f13 1"/>
              <a:gd name="f47" fmla="*/ f40 f13 1"/>
              <a:gd name="f48" fmla="*/ f38 f12 1"/>
              <a:gd name="f49" fmla="*/ f39 f13 1"/>
              <a:gd name="f50" fmla="*/ f39 f12 1"/>
              <a:gd name="f51" fmla="*/ f38 f13 1"/>
              <a:gd name="f52" fmla="*/ f42 f13 1"/>
              <a:gd name="f53" fmla="*/ f42 f12 1"/>
              <a:gd name="f54" fmla="+- f43 f1 0"/>
              <a:gd name="f55" fmla="*/ f54 f7 1"/>
              <a:gd name="f56" fmla="*/ f55 1 f0"/>
              <a:gd name="f57" fmla="+- 0 0 f56"/>
              <a:gd name="f58" fmla="+- 0 0 f57"/>
              <a:gd name="f59" fmla="*/ f58 f0 1"/>
              <a:gd name="f60" fmla="*/ f59 1 f7"/>
              <a:gd name="f61" fmla="+- f60 0 f1"/>
              <a:gd name="f62" fmla="cos 1 f61"/>
              <a:gd name="f63" fmla="sin 1 f61"/>
              <a:gd name="f64" fmla="+- 0 0 f62"/>
              <a:gd name="f65" fmla="+- 0 0 f63"/>
              <a:gd name="f66" fmla="+- 0 0 f64"/>
              <a:gd name="f67" fmla="+- 0 0 f65"/>
              <a:gd name="f68" fmla="val f66"/>
              <a:gd name="f69" fmla="val f67"/>
              <a:gd name="f70" fmla="+- 0 0 f68"/>
              <a:gd name="f71" fmla="+- 0 0 f69"/>
              <a:gd name="f72" fmla="*/ 10800 f70 1"/>
              <a:gd name="f73" fmla="*/ 10800 f71 1"/>
              <a:gd name="f74" fmla="*/ f72 f72 1"/>
              <a:gd name="f75" fmla="*/ f73 f73 1"/>
              <a:gd name="f76" fmla="+- f74 f75 0"/>
              <a:gd name="f77" fmla="sqrt f76"/>
              <a:gd name="f78" fmla="*/ f8 1 f77"/>
              <a:gd name="f79" fmla="*/ f70 f78 1"/>
              <a:gd name="f80" fmla="*/ f71 f78 1"/>
              <a:gd name="f81" fmla="+- 10800 0 f79"/>
              <a:gd name="f82" fmla="+- 10800 0 f8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8" y="f49"/>
              </a:cxn>
              <a:cxn ang="f29">
                <a:pos x="f44" y="f47"/>
              </a:cxn>
              <a:cxn ang="f29">
                <a:pos x="f50" y="f51"/>
              </a:cxn>
              <a:cxn ang="f29">
                <a:pos x="f44" y="f46"/>
              </a:cxn>
              <a:cxn ang="f29">
                <a:pos x="f48" y="f52"/>
              </a:cxn>
              <a:cxn ang="f29">
                <a:pos x="f45" y="f46"/>
              </a:cxn>
              <a:cxn ang="f29">
                <a:pos x="f53" y="f51"/>
              </a:cxn>
              <a:cxn ang="f29">
                <a:pos x="f45" y="f47"/>
              </a:cxn>
            </a:cxnLst>
            <a:rect l="f44" t="f47" r="f45" b="f46"/>
            <a:pathLst>
              <a:path w="21600" h="21600">
                <a:moveTo>
                  <a:pt x="f81" y="f82"/>
                </a:moveTo>
                <a:arcTo wR="f10" hR="f10" stAng="f27" swAng="f36"/>
                <a:close/>
              </a:path>
            </a:pathLst>
          </a:custGeom>
          <a:solidFill>
            <a:srgbClr val="1ABC9C"/>
          </a:solidFill>
          <a:ln w="10799" cap="flat">
            <a:solidFill>
              <a:srgbClr val="1ABC9C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DAD70A-159C-CDBF-B6D9-659B60AB7278}"/>
              </a:ext>
            </a:extLst>
          </p:cNvPr>
          <p:cNvSpPr txBox="1"/>
          <p:nvPr/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55C7738-6A16-479C-802C-ADBFA76A8E02}" type="slidenum">
              <a:t>‹Nº›</a:t>
            </a:fld>
            <a:endParaRPr lang="es-ES" sz="18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</p:titleStyle>
    <p:bodyStyle>
      <a:lvl1pPr marL="0" marR="0" lvl="0" indent="0" defTabSz="914400" rtl="0" fontAlgn="auto" hangingPunct="1">
        <a:lnSpc>
          <a:spcPct val="100000"/>
        </a:lnSpc>
        <a:spcBef>
          <a:spcPts val="0"/>
        </a:spcBef>
        <a:spcAft>
          <a:spcPts val="1055"/>
        </a:spcAft>
        <a:buNone/>
        <a:tabLst/>
        <a:defRPr lang="es-ES" sz="2400" b="1" i="0" u="none" strike="noStrike" kern="1200" cap="none" spc="0" baseline="0">
          <a:solidFill>
            <a:srgbClr val="2C3E50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394195D-6C91-E1E5-5D84-01DBEA827EFB}"/>
              </a:ext>
            </a:extLst>
          </p:cNvPr>
          <p:cNvSpPr/>
          <p:nvPr/>
        </p:nvSpPr>
        <p:spPr>
          <a:xfrm>
            <a:off x="0" y="0"/>
            <a:ext cx="10079998" cy="5670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72DC6603-3B65-506E-425A-A1EB6F6A8C16}"/>
              </a:ext>
            </a:extLst>
          </p:cNvPr>
          <p:cNvSpPr/>
          <p:nvPr/>
        </p:nvSpPr>
        <p:spPr>
          <a:xfrm>
            <a:off x="0" y="0"/>
            <a:ext cx="10079998" cy="3780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1ABC9C"/>
          </a:solidFill>
          <a:ln w="10799" cap="flat">
            <a:solidFill>
              <a:srgbClr val="1ABC9C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8C81C780-F3E5-A408-0E5F-793517772B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2834996"/>
            <a:ext cx="9359999" cy="7189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CC924C-EB0E-6AF1-9272-0DE4D4513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999" y="3915003"/>
            <a:ext cx="9359999" cy="14849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91B5A81-9DFC-2074-4718-44D9F483142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818A3D7-38AA-36D5-8B09-7F6CFB271E3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855C08B-C0EA-B225-34B2-1CA792E5623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A89C4F70-015A-4F43-899C-AEAB7D1A8A2F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1">
        <a:lnSpc>
          <a:spcPct val="15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655"/>
        </a:spcAft>
        <a:buNone/>
        <a:tabLst/>
        <a:defRPr lang="es-ES" sz="1500" b="0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4187E7A-21AC-2D76-9CFD-27FE6D40B33D}"/>
              </a:ext>
            </a:extLst>
          </p:cNvPr>
          <p:cNvSpPr/>
          <p:nvPr/>
        </p:nvSpPr>
        <p:spPr>
          <a:xfrm>
            <a:off x="0" y="0"/>
            <a:ext cx="10079998" cy="5670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2D1BEAE2-B16E-D274-E2B9-949DB7B55D7F}"/>
              </a:ext>
            </a:extLst>
          </p:cNvPr>
          <p:cNvSpPr/>
          <p:nvPr/>
        </p:nvSpPr>
        <p:spPr>
          <a:xfrm>
            <a:off x="2520004" y="1350001"/>
            <a:ext cx="5039999" cy="1890000"/>
          </a:xfrm>
          <a:custGeom>
            <a:avLst>
              <a:gd name="f0" fmla="val 3449"/>
              <a:gd name="f1" fmla="val 3951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+- 0 0 1"/>
              <a:gd name="f10" fmla="val 2147483647"/>
              <a:gd name="f11" fmla="val 3590"/>
              <a:gd name="f12" fmla="val 8970"/>
              <a:gd name="f13" fmla="val 12630"/>
              <a:gd name="f14" fmla="val 18010"/>
              <a:gd name="f15" fmla="val -2147483647"/>
              <a:gd name="f16" fmla="+- 0 0 0"/>
              <a:gd name="f17" fmla="*/ f5 1 21600"/>
              <a:gd name="f18" fmla="*/ f6 1 21600"/>
              <a:gd name="f19" fmla="val f7"/>
              <a:gd name="f20" fmla="val f8"/>
              <a:gd name="f21" fmla="pin -2147483647 f0 2147483647"/>
              <a:gd name="f22" fmla="pin -2147483647 f1 2147483647"/>
              <a:gd name="f23" fmla="*/ f16 f2 1"/>
              <a:gd name="f24" fmla="+- f20 0 f19"/>
              <a:gd name="f25" fmla="val f21"/>
              <a:gd name="f26" fmla="val f22"/>
              <a:gd name="f27" fmla="*/ f21 f17 1"/>
              <a:gd name="f28" fmla="*/ f22 f18 1"/>
              <a:gd name="f29" fmla="*/ f23 1 f4"/>
              <a:gd name="f30" fmla="*/ f24 1 21600"/>
              <a:gd name="f31" fmla="+- f25 0 10800"/>
              <a:gd name="f32" fmla="+- f26 0 10800"/>
              <a:gd name="f33" fmla="+- f26 0 21600"/>
              <a:gd name="f34" fmla="+- f25 0 21600"/>
              <a:gd name="f35" fmla="+- f29 0 f3"/>
              <a:gd name="f36" fmla="*/ f25 f17 1"/>
              <a:gd name="f37" fmla="*/ f26 f18 1"/>
              <a:gd name="f38" fmla="*/ 0 f30 1"/>
              <a:gd name="f39" fmla="*/ 21600 f30 1"/>
              <a:gd name="f40" fmla="*/ 10800 f30 1"/>
              <a:gd name="f41" fmla="abs f31"/>
              <a:gd name="f42" fmla="abs f32"/>
              <a:gd name="f43" fmla="+- f41 0 f42"/>
              <a:gd name="f44" fmla="+- f42 0 f41"/>
              <a:gd name="f45" fmla="*/ f40 1 f30"/>
              <a:gd name="f46" fmla="*/ f38 1 f30"/>
              <a:gd name="f47" fmla="*/ f39 1 f30"/>
              <a:gd name="f48" fmla="?: f32 f9 f43"/>
              <a:gd name="f49" fmla="?: f32 f43 f9"/>
              <a:gd name="f50" fmla="?: f31 f9 f44"/>
              <a:gd name="f51" fmla="?: f31 f44 f9"/>
              <a:gd name="f52" fmla="*/ f46 f17 1"/>
              <a:gd name="f53" fmla="*/ f47 f17 1"/>
              <a:gd name="f54" fmla="*/ f47 f18 1"/>
              <a:gd name="f55" fmla="*/ f46 f18 1"/>
              <a:gd name="f56" fmla="*/ f45 f17 1"/>
              <a:gd name="f57" fmla="*/ f45 f18 1"/>
              <a:gd name="f58" fmla="?: f25 f9 f48"/>
              <a:gd name="f59" fmla="?: f25 f9 f49"/>
              <a:gd name="f60" fmla="?: f33 f50 f9"/>
              <a:gd name="f61" fmla="?: f33 f51 f9"/>
              <a:gd name="f62" fmla="?: f34 f49 f9"/>
              <a:gd name="f63" fmla="?: f34 f48 f9"/>
              <a:gd name="f64" fmla="?: f26 f9 f51"/>
              <a:gd name="f65" fmla="?: f26 f9 f50"/>
              <a:gd name="f66" fmla="?: f58 f25 0"/>
              <a:gd name="f67" fmla="?: f58 f26 6280"/>
              <a:gd name="f68" fmla="?: f59 f25 0"/>
              <a:gd name="f69" fmla="?: f59 f26 15320"/>
              <a:gd name="f70" fmla="?: f60 f25 6280"/>
              <a:gd name="f71" fmla="?: f60 f26 21600"/>
              <a:gd name="f72" fmla="?: f61 f25 15320"/>
              <a:gd name="f73" fmla="?: f61 f26 21600"/>
              <a:gd name="f74" fmla="?: f62 f25 21600"/>
              <a:gd name="f75" fmla="?: f62 f26 15320"/>
              <a:gd name="f76" fmla="?: f63 f25 21600"/>
              <a:gd name="f77" fmla="?: f63 f26 6280"/>
              <a:gd name="f78" fmla="?: f64 f25 15320"/>
              <a:gd name="f79" fmla="?: f64 f26 0"/>
              <a:gd name="f80" fmla="?: f65 f25 6280"/>
              <a:gd name="f81" fmla="?: f65 f26 0"/>
            </a:gdLst>
            <a:ahLst>
              <a:ahXY gdRefX="f0" minX="f15" maxX="f10" gdRefY="f1" minY="f15" maxY="f10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56" y="f55"/>
              </a:cxn>
              <a:cxn ang="f35">
                <a:pos x="f52" y="f57"/>
              </a:cxn>
              <a:cxn ang="f35">
                <a:pos x="f56" y="f54"/>
              </a:cxn>
              <a:cxn ang="f35">
                <a:pos x="f53" y="f57"/>
              </a:cxn>
              <a:cxn ang="f35">
                <a:pos x="f36" y="f37"/>
              </a:cxn>
            </a:cxnLst>
            <a:rect l="f52" t="f55" r="f53" b="f54"/>
            <a:pathLst>
              <a:path w="21600" h="21600">
                <a:moveTo>
                  <a:pt x="f7" y="f7"/>
                </a:moveTo>
                <a:lnTo>
                  <a:pt x="f7" y="f11"/>
                </a:lnTo>
                <a:lnTo>
                  <a:pt x="f66" y="f67"/>
                </a:lnTo>
                <a:lnTo>
                  <a:pt x="f7" y="f12"/>
                </a:lnTo>
                <a:lnTo>
                  <a:pt x="f7" y="f13"/>
                </a:lnTo>
                <a:lnTo>
                  <a:pt x="f68" y="f69"/>
                </a:lnTo>
                <a:lnTo>
                  <a:pt x="f7" y="f14"/>
                </a:lnTo>
                <a:lnTo>
                  <a:pt x="f7" y="f8"/>
                </a:lnTo>
                <a:lnTo>
                  <a:pt x="f11" y="f8"/>
                </a:lnTo>
                <a:lnTo>
                  <a:pt x="f70" y="f71"/>
                </a:lnTo>
                <a:lnTo>
                  <a:pt x="f12" y="f8"/>
                </a:lnTo>
                <a:lnTo>
                  <a:pt x="f13" y="f8"/>
                </a:lnTo>
                <a:lnTo>
                  <a:pt x="f72" y="f73"/>
                </a:lnTo>
                <a:lnTo>
                  <a:pt x="f14" y="f8"/>
                </a:lnTo>
                <a:lnTo>
                  <a:pt x="f8" y="f8"/>
                </a:lnTo>
                <a:lnTo>
                  <a:pt x="f8" y="f14"/>
                </a:lnTo>
                <a:lnTo>
                  <a:pt x="f74" y="f75"/>
                </a:lnTo>
                <a:lnTo>
                  <a:pt x="f8" y="f13"/>
                </a:lnTo>
                <a:lnTo>
                  <a:pt x="f8" y="f12"/>
                </a:lnTo>
                <a:lnTo>
                  <a:pt x="f76" y="f77"/>
                </a:lnTo>
                <a:lnTo>
                  <a:pt x="f8" y="f11"/>
                </a:lnTo>
                <a:lnTo>
                  <a:pt x="f8" y="f7"/>
                </a:lnTo>
                <a:lnTo>
                  <a:pt x="f14" y="f7"/>
                </a:lnTo>
                <a:lnTo>
                  <a:pt x="f78" y="f79"/>
                </a:lnTo>
                <a:lnTo>
                  <a:pt x="f13" y="f7"/>
                </a:lnTo>
                <a:lnTo>
                  <a:pt x="f12" y="f7"/>
                </a:lnTo>
                <a:lnTo>
                  <a:pt x="f80" y="f81"/>
                </a:lnTo>
                <a:lnTo>
                  <a:pt x="f11" y="f7"/>
                </a:lnTo>
                <a:lnTo>
                  <a:pt x="f7" y="f7"/>
                </a:lnTo>
                <a:close/>
              </a:path>
            </a:pathLst>
          </a:custGeom>
          <a:solidFill>
            <a:srgbClr val="FFFFFF"/>
          </a:solidFill>
          <a:ln w="71999" cap="flat">
            <a:solidFill>
              <a:srgbClr val="1ABC9C"/>
            </a:solidFill>
            <a:prstDash val="solid"/>
            <a:miter/>
          </a:ln>
        </p:spPr>
        <p:txBody>
          <a:bodyPr vert="horz" wrap="none" lIns="120600" tIns="75602" rIns="120600" bIns="75602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89CA388F-7A92-7845-4026-1D62A13FD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0003" y="1484994"/>
            <a:ext cx="4679999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2186C5-AC83-1C55-AC53-E052CE633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20002" y="3240002"/>
            <a:ext cx="6299996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E0C4BCD5-067C-DA80-4794-221CE10F7D3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605D9622-E22D-DC9C-D6A1-77899FC4C9E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361E1B6-179B-5C76-0334-A1C1957DDFA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36EE2C68-96B8-4B39-A324-27D9CE226430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2C3E50"/>
          </a:solidFill>
          <a:uFillTx/>
          <a:latin typeface="Noto Sans" pitchFamily="34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655"/>
        </a:spcAft>
        <a:buNone/>
        <a:tabLst/>
        <a:defRPr lang="es-ES" sz="1500" b="0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TP/Over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27.0.0.1:5500/submit-form?nombreUsuario=Pepito&amp;ApellidoUsuario=Grillo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ML/Element/inpu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EDEA5-DC14-5B09-B6E5-F0BE9C9C87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916046"/>
            <a:ext cx="9359999" cy="556819"/>
          </a:xfrm>
        </p:spPr>
        <p:txBody>
          <a:bodyPr>
            <a:spAutoFit/>
          </a:bodyPr>
          <a:lstStyle/>
          <a:p>
            <a:pPr lvl="0"/>
            <a:r>
              <a:rPr lang="es-ES" dirty="0">
                <a:cs typeface="Noto Sans" pitchFamily="2"/>
              </a:rPr>
              <a:t>Utilización de lenguajes de marcas en entornos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B7F38-11E3-E321-7F13-EE0F7C065D0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9999" y="4542084"/>
            <a:ext cx="9359999" cy="230832"/>
          </a:xfrm>
        </p:spPr>
        <p:txBody>
          <a:bodyPr anchor="ctr" anchorCtr="1">
            <a:spAutoFit/>
          </a:bodyPr>
          <a:lstStyle/>
          <a:p>
            <a:r>
              <a:rPr lang="es-ES" dirty="0"/>
              <a:t>Unidad 1 – HTML Tercera parte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1B01B8-7B57-5EBB-C3C8-971370B1FAF4}"/>
              </a:ext>
            </a:extLst>
          </p:cNvPr>
          <p:cNvSpPr txBox="1"/>
          <p:nvPr/>
        </p:nvSpPr>
        <p:spPr>
          <a:xfrm>
            <a:off x="453358" y="1521439"/>
            <a:ext cx="948009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Un formulario en HTML es una sección específica de un documento que agrupa varios campos para</a:t>
            </a:r>
          </a:p>
          <a:p>
            <a:r>
              <a:rPr lang="es-ES" dirty="0"/>
              <a:t>la entrada de datos. </a:t>
            </a:r>
          </a:p>
          <a:p>
            <a:endParaRPr lang="es-ES" dirty="0"/>
          </a:p>
          <a:p>
            <a:r>
              <a:rPr lang="es-ES" dirty="0"/>
              <a:t>Su propósito es recopilar información del usuario que luego será enviada a un servidor para su</a:t>
            </a:r>
          </a:p>
          <a:p>
            <a:r>
              <a:rPr lang="es-ES" dirty="0"/>
              <a:t>procesamiento.</a:t>
            </a:r>
          </a:p>
          <a:p>
            <a:endParaRPr lang="es-ES" dirty="0"/>
          </a:p>
          <a:p>
            <a:r>
              <a:rPr lang="es-ES" dirty="0"/>
              <a:t>La funcionalidad  de los formularios depende de la inclusión de elementos que permitan la entrada</a:t>
            </a:r>
          </a:p>
          <a:p>
            <a:r>
              <a:rPr lang="es-ES" dirty="0"/>
              <a:t>de datos, tales como campos de texto, botones de selección y casillas de verificación. </a:t>
            </a:r>
          </a:p>
          <a:p>
            <a:endParaRPr lang="es-ES" dirty="0"/>
          </a:p>
          <a:p>
            <a:r>
              <a:rPr lang="es-ES" dirty="0"/>
              <a:t>Estos componentes son esenciales para que los usuarios puedan ingresar y enviar su </a:t>
            </a:r>
          </a:p>
          <a:p>
            <a:r>
              <a:rPr lang="es-ES" dirty="0"/>
              <a:t>información al servidor.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BA76C1-F6E4-C6CA-8B77-4D313C67E26F}"/>
              </a:ext>
            </a:extLst>
          </p:cNvPr>
          <p:cNvSpPr txBox="1"/>
          <p:nvPr/>
        </p:nvSpPr>
        <p:spPr>
          <a:xfrm>
            <a:off x="569594" y="1314926"/>
            <a:ext cx="92754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Los elementos  que vamos a ver en este documento se asocian principalmente con los formularios (elemento </a:t>
            </a:r>
            <a:r>
              <a:rPr lang="es-ES" dirty="0" err="1"/>
              <a:t>form</a:t>
            </a:r>
            <a:r>
              <a:rPr lang="es-ES" dirty="0"/>
              <a:t>), también pueden emplearse de manera independiente para la visualización de datos o para interactuar con scripts de JavaScript que realicen acciones específicas en la página.</a:t>
            </a:r>
          </a:p>
          <a:p>
            <a:endParaRPr lang="es-ES" dirty="0"/>
          </a:p>
          <a:p>
            <a:r>
              <a:rPr lang="es-ES" dirty="0"/>
              <a:t>El elemento </a:t>
            </a:r>
            <a:r>
              <a:rPr lang="es-ES" b="1" dirty="0" err="1"/>
              <a:t>form</a:t>
            </a:r>
            <a:r>
              <a:rPr lang="es-ES" b="1" dirty="0"/>
              <a:t> </a:t>
            </a:r>
            <a:r>
              <a:rPr lang="es-ES" dirty="0"/>
              <a:t>es el componente esencial para la interacción del usuario con una página web, ya que permite recopilar datos ingresados por el usuario y enviarlos a un servidor para su procesamiento. A continuación, se muestran los atributos de esta etiqueta.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25513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BA76C1-F6E4-C6CA-8B77-4D313C67E26F}"/>
              </a:ext>
            </a:extLst>
          </p:cNvPr>
          <p:cNvSpPr txBox="1"/>
          <p:nvPr/>
        </p:nvSpPr>
        <p:spPr>
          <a:xfrm>
            <a:off x="569594" y="1314926"/>
            <a:ext cx="9275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Un ejemplo de un formulario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5F5EFE-78CC-2953-FA85-32AAB776B96F}"/>
              </a:ext>
            </a:extLst>
          </p:cNvPr>
          <p:cNvSpPr txBox="1"/>
          <p:nvPr/>
        </p:nvSpPr>
        <p:spPr>
          <a:xfrm>
            <a:off x="359999" y="2145761"/>
            <a:ext cx="5040630" cy="19543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submit-form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enctype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multipart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-data"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miFormulario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autocomplete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novalidate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Nombre: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ES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nombreUsuario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"foto"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Foto de perfil: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"foto"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fotoPerfil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"Registrar"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51EB74-E493-A8B6-9149-386450A8F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622" y="2507160"/>
            <a:ext cx="4282592" cy="81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5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3774D3-811E-B55C-7B06-C93EA6580641}"/>
              </a:ext>
            </a:extLst>
          </p:cNvPr>
          <p:cNvSpPr txBox="1"/>
          <p:nvPr/>
        </p:nvSpPr>
        <p:spPr>
          <a:xfrm>
            <a:off x="197069" y="1379483"/>
            <a:ext cx="889968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action</a:t>
            </a:r>
            <a:r>
              <a:rPr lang="es-ES" dirty="0"/>
              <a:t>: Especifica la URL del servidor que procesará los datos del formulario cuando se envíe.</a:t>
            </a:r>
          </a:p>
          <a:p>
            <a:r>
              <a:rPr lang="es-ES" dirty="0"/>
              <a:t>Esta URL puede ser un script (como un archivo PHP) que maneje la entrada del formulario.</a:t>
            </a:r>
          </a:p>
          <a:p>
            <a:r>
              <a:rPr lang="es-ES" b="1" dirty="0" err="1"/>
              <a:t>method</a:t>
            </a:r>
            <a:r>
              <a:rPr lang="es-ES" dirty="0"/>
              <a:t>: Define el método del protocolo HTTP que se utilizará para enviar el formulario. </a:t>
            </a:r>
          </a:p>
          <a:p>
            <a:r>
              <a:rPr lang="es-ES" dirty="0"/>
              <a:t>El protocolo http se utiliza para el intercambio de datos y recursos en la web. Más </a:t>
            </a:r>
            <a:r>
              <a:rPr lang="es-ES" dirty="0" err="1"/>
              <a:t>info</a:t>
            </a:r>
            <a:r>
              <a:rPr lang="es-ES" dirty="0"/>
              <a:t> en: </a:t>
            </a:r>
          </a:p>
          <a:p>
            <a:r>
              <a:rPr lang="es-ES" dirty="0">
                <a:hlinkClick r:id="rId3"/>
              </a:rPr>
              <a:t>https://developer.mozilla.org/es/docs/Web/HTTP/Overview</a:t>
            </a:r>
            <a:endParaRPr lang="es-ES" dirty="0"/>
          </a:p>
          <a:p>
            <a:r>
              <a:rPr lang="es-ES" dirty="0"/>
              <a:t>Los valores que podemos usar en el formulario son GET y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GET: los datos del formulario se codifican en la URL, añadiéndose al final de la misma</a:t>
            </a:r>
          </a:p>
          <a:p>
            <a:r>
              <a:rPr lang="es-ES" dirty="0"/>
              <a:t>     como una cadena de consulta.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POST: los datos se envían en el cuerpo de la solicitud HTTP, no en la URL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5026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E0256C0-18E6-0C81-2EBD-219977CF19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9987" b="19987"/>
          <a:stretch/>
        </p:blipFill>
        <p:spPr>
          <a:xfrm>
            <a:off x="168287" y="3143702"/>
            <a:ext cx="9761220" cy="111289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EF5159-30D2-E511-5E34-2D648E470F18}"/>
              </a:ext>
            </a:extLst>
          </p:cNvPr>
          <p:cNvSpPr txBox="1"/>
          <p:nvPr/>
        </p:nvSpPr>
        <p:spPr>
          <a:xfrm>
            <a:off x="437989" y="1184692"/>
            <a:ext cx="975872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"/submit-form"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"text“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nombreUsuario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apellido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Apellido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"text“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ApellidoUsuario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Enviar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BCF44E-D145-57EB-4147-8CE0BB83348C}"/>
              </a:ext>
            </a:extLst>
          </p:cNvPr>
          <p:cNvSpPr txBox="1"/>
          <p:nvPr/>
        </p:nvSpPr>
        <p:spPr>
          <a:xfrm>
            <a:off x="238909" y="2627939"/>
            <a:ext cx="63098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Con GET la </a:t>
            </a:r>
            <a:r>
              <a:rPr lang="es-ES" sz="1400" dirty="0" err="1"/>
              <a:t>url</a:t>
            </a:r>
            <a:r>
              <a:rPr lang="es-ES" sz="1400" dirty="0"/>
              <a:t> quedaría de esta forma: </a:t>
            </a:r>
          </a:p>
          <a:p>
            <a:r>
              <a:rPr lang="es-ES" sz="1400" dirty="0">
                <a:hlinkClick r:id="rId4"/>
              </a:rPr>
              <a:t>http://127.0.0.1:5500/submit-form?nombreUsuario=Pepito&amp;ApellidoUsuario=Grillo</a:t>
            </a:r>
            <a:endParaRPr lang="es-ES" sz="1400" dirty="0"/>
          </a:p>
          <a:p>
            <a:r>
              <a:rPr lang="es-ES" sz="1400" dirty="0"/>
              <a:t>Y con POST podríamos verlo con la herramienta de inspección del navegador: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7F82C7-7AD3-FC32-8906-34F885075D98}"/>
              </a:ext>
            </a:extLst>
          </p:cNvPr>
          <p:cNvSpPr txBox="1"/>
          <p:nvPr/>
        </p:nvSpPr>
        <p:spPr>
          <a:xfrm>
            <a:off x="164927" y="4336815"/>
            <a:ext cx="7498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Ya sería responsabilidad del desarrollador enviar estos con POST datos de tal manera que no puedan</a:t>
            </a:r>
          </a:p>
          <a:p>
            <a:r>
              <a:rPr lang="es-ES" sz="1400" dirty="0"/>
              <a:t>ser leídos ni interceptados por terceros (Por ejemplo utilizando https y </a:t>
            </a:r>
            <a:r>
              <a:rPr lang="es-ES" sz="1400" dirty="0" err="1"/>
              <a:t>ssl</a:t>
            </a:r>
            <a:r>
              <a:rPr lang="es-ES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8358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4CE68B-BCC0-ADA3-5433-FD566D494E94}"/>
              </a:ext>
            </a:extLst>
          </p:cNvPr>
          <p:cNvSpPr txBox="1"/>
          <p:nvPr/>
        </p:nvSpPr>
        <p:spPr>
          <a:xfrm>
            <a:off x="302217" y="1503336"/>
            <a:ext cx="87845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name</a:t>
            </a:r>
            <a:r>
              <a:rPr lang="es-ES" dirty="0"/>
              <a:t>: El nombre del formulario, que puede ser utilizado para identificarlo en </a:t>
            </a:r>
          </a:p>
          <a:p>
            <a:r>
              <a:rPr lang="es-ES" dirty="0"/>
              <a:t>            scripts del lado del cliente.</a:t>
            </a:r>
          </a:p>
          <a:p>
            <a:r>
              <a:rPr lang="es-ES" b="1" dirty="0"/>
              <a:t>target: </a:t>
            </a:r>
            <a:r>
              <a:rPr lang="es-ES" dirty="0"/>
              <a:t>Este atributo ya lo conocemos (define el contexto de navegación)</a:t>
            </a:r>
          </a:p>
          <a:p>
            <a:r>
              <a:rPr lang="es-ES" b="1" dirty="0"/>
              <a:t>autocomplete: </a:t>
            </a:r>
            <a:r>
              <a:rPr lang="es-ES" dirty="0"/>
              <a:t>Indica si los campos del formulario deben tener autocompletado o no.</a:t>
            </a:r>
          </a:p>
          <a:p>
            <a:r>
              <a:rPr lang="es-ES" b="1" dirty="0" err="1"/>
              <a:t>enctype</a:t>
            </a:r>
            <a:r>
              <a:rPr lang="es-ES" dirty="0"/>
              <a:t>: Especifica cómo se deben codificar los datos del formulario al enviarlos al servidor.</a:t>
            </a:r>
          </a:p>
          <a:p>
            <a:r>
              <a:rPr lang="es-ES" b="1" dirty="0" err="1"/>
              <a:t>novalidate</a:t>
            </a:r>
            <a:r>
              <a:rPr lang="es-ES" dirty="0"/>
              <a:t>: Si se añade este atributo, el formulario no debe ser validado cuando se envía</a:t>
            </a:r>
          </a:p>
          <a:p>
            <a:r>
              <a:rPr lang="es-ES" dirty="0"/>
              <a:t>(ignora los atributos </a:t>
            </a:r>
            <a:r>
              <a:rPr lang="es-ES" b="1" dirty="0" err="1"/>
              <a:t>required</a:t>
            </a:r>
            <a:r>
              <a:rPr lang="es-ES" dirty="0"/>
              <a:t>).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38169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F61EF18-47E5-CF3A-5AAC-206364373C34}"/>
              </a:ext>
            </a:extLst>
          </p:cNvPr>
          <p:cNvSpPr txBox="1"/>
          <p:nvPr/>
        </p:nvSpPr>
        <p:spPr>
          <a:xfrm>
            <a:off x="490205" y="1316227"/>
            <a:ext cx="90513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</a:t>
            </a:r>
            <a:r>
              <a:rPr lang="es-ES" b="1" dirty="0"/>
              <a:t>input </a:t>
            </a:r>
            <a:r>
              <a:rPr lang="es-ES" dirty="0"/>
              <a:t>proporciona elementos interactivos para que el usuario introduzca datos de </a:t>
            </a:r>
          </a:p>
          <a:p>
            <a:r>
              <a:rPr lang="es-ES" dirty="0"/>
              <a:t>entrada. Existen una gran variedad de tipos que proporcionan al navegador una funcionalidad </a:t>
            </a:r>
          </a:p>
          <a:p>
            <a:r>
              <a:rPr lang="es-ES" dirty="0"/>
              <a:t>más avanzada. </a:t>
            </a:r>
            <a:r>
              <a:rPr lang="es-ES" dirty="0">
                <a:hlinkClick r:id="rId3"/>
              </a:rPr>
              <a:t>https://developer.mozilla.org/es/docs/Web/HTML/Element/input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F82C92-529E-B539-FE20-671F398B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65" y="2248906"/>
            <a:ext cx="92292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etiqueta 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es-ES" altLang="es-E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label</a:t>
            </a: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HTML se utiliza para asociar un texto de etiqueta con un elemento 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formulario específico, como &lt;input&gt;, &lt;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textarea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&gt;, o &lt;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select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&gt;. Esto mejora la usabilidad 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accesibilidad del formulario,</a:t>
            </a:r>
            <a:r>
              <a:rPr lang="es-ES" altLang="es-ES" dirty="0"/>
              <a:t>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ya que los usuarios pueden hacer clic en el texto de la etiqueta para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enfocar o activar el control del formulario asociado.  Para tener esta funcionalidad el valor 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atributo </a:t>
            </a:r>
            <a:r>
              <a:rPr lang="es-ES" altLang="es-ES" b="1" dirty="0" err="1"/>
              <a:t>for</a:t>
            </a:r>
            <a:r>
              <a:rPr lang="es-ES" altLang="es-ES" dirty="0"/>
              <a:t> de </a:t>
            </a:r>
            <a:r>
              <a:rPr lang="es-ES" altLang="es-ES" dirty="0" err="1"/>
              <a:t>label</a:t>
            </a:r>
            <a:r>
              <a:rPr lang="es-ES" altLang="es-ES" dirty="0"/>
              <a:t> debe ser igual que el valor del atributo  </a:t>
            </a:r>
            <a:r>
              <a:rPr lang="es-ES" altLang="es-ES" b="1" dirty="0"/>
              <a:t>id</a:t>
            </a:r>
            <a:r>
              <a:rPr lang="es-ES" altLang="es-ES" dirty="0"/>
              <a:t> del input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988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2BACAE-9EDB-E01F-64CD-A63576DD7893}"/>
              </a:ext>
            </a:extLst>
          </p:cNvPr>
          <p:cNvSpPr txBox="1"/>
          <p:nvPr/>
        </p:nvSpPr>
        <p:spPr>
          <a:xfrm>
            <a:off x="130429" y="2373543"/>
            <a:ext cx="5246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/>
              <a:t>required</a:t>
            </a:r>
            <a:r>
              <a:rPr lang="es-ES" sz="1400" dirty="0"/>
              <a:t>: Hay que rellenar el campo antes de enviar el formulario.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57E4C7-A87F-2B97-A3E4-B63FB605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8" y="1597779"/>
            <a:ext cx="75607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Establecen el valor mínimo y máximo para los campos numéricos o de fecha.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minlength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maxlength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Definen la longitud mínima y máxima permitida para un campo de texto.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pattern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Permite definir una expresión regular contra la cual se validará el valor del campo.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CEE2C9B-929B-A4C0-4BC2-75408A45E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25" y="2727364"/>
            <a:ext cx="790466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name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El nombre del control, que se envía junto con el valor del control al servidor cuando se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envía el formulario.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El valor inicial del control que se enviará al servidor si se selecciona o se envía.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placeholder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Proporciona una pista al usuario sobre qué se debe ingresar en el control.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texto del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placeholder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desaparece cuando el usuario comienza a escribir.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disabled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Indica que el control de entrada está deshabilitado, es decir, no se puede interactuar con él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no se enviará con el formulario.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readonly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El control no se puede modificar, pero a diferencia de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disabled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se enviará con el formulario.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Aplicable a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checkbox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radio, indica si el control debe estar seleccionado por defecto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cuando se carga la página.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size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 el ancho del control de entrada en términos de caracteres.</a:t>
            </a:r>
          </a:p>
        </p:txBody>
      </p:sp>
    </p:spTree>
    <p:extLst>
      <p:ext uri="{BB962C8B-B14F-4D97-AF65-F5344CB8AC3E}">
        <p14:creationId xmlns:p14="http://schemas.microsoft.com/office/powerpoint/2010/main" val="46150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61CC69-2168-18D4-0434-806B70771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2" y="1339232"/>
            <a:ext cx="975243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 el intervalo de los valores permitidos, utilizado junto con min y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tipos de entrada como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number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range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multiple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Permite que se seleccionen múltiples valores, aplicable a email y file.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accept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 los tipos de archivos que el servidor acepta, lo que permite filtrar los archivos que el usuario puede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seleccionar a través de un control de entrada de tipo file.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autocomplete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Indica si el valor del control puede ser completado automáticamente por el navegador.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autofocus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Hace que el control obtenga automáticamente el foco cuando la página se carga.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E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También es muy común encontrar el atributo id, que se </a:t>
            </a:r>
            <a:r>
              <a:rPr lang="es-ES" sz="1400" dirty="0"/>
              <a:t>utiliza principalmente para identificar el elemento para propósitos de scripting y estilos, y para asociar el elemento con una etiqueta.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CA73A46-9F37-0D2E-9A17-6CEF37163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3366551"/>
            <a:ext cx="76651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 refiere a un elemento 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datalist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 contiene opciones predefinidas para controles de entrada. </a:t>
            </a:r>
          </a:p>
        </p:txBody>
      </p:sp>
    </p:spTree>
    <p:extLst>
      <p:ext uri="{BB962C8B-B14F-4D97-AF65-F5344CB8AC3E}">
        <p14:creationId xmlns:p14="http://schemas.microsoft.com/office/powerpoint/2010/main" val="18404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AF6AD8-6693-6C24-A140-C112A14DCDE8}"/>
              </a:ext>
            </a:extLst>
          </p:cNvPr>
          <p:cNvSpPr txBox="1"/>
          <p:nvPr/>
        </p:nvSpPr>
        <p:spPr>
          <a:xfrm>
            <a:off x="508634" y="1322130"/>
            <a:ext cx="72790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"browser"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Elige tu navegador favorito: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"browser"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"browsers"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datalist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"browsers"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"Edge"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"Firefox"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"Chrome"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"Opera"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"Safari"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datalist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9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E11EA2-5FD3-60AE-BB14-F8A754BA1273}"/>
              </a:ext>
            </a:extLst>
          </p:cNvPr>
          <p:cNvSpPr txBox="1"/>
          <p:nvPr/>
        </p:nvSpPr>
        <p:spPr>
          <a:xfrm>
            <a:off x="838200" y="1554480"/>
            <a:ext cx="89195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option</a:t>
            </a:r>
            <a:r>
              <a:rPr lang="es-ES" dirty="0"/>
              <a:t> es un elemento que define una opción seleccionable dentro de un elemento </a:t>
            </a:r>
            <a:r>
              <a:rPr lang="es-ES" b="1" dirty="0" err="1"/>
              <a:t>select</a:t>
            </a:r>
            <a:endParaRPr lang="es-ES" b="1" dirty="0"/>
          </a:p>
          <a:p>
            <a:r>
              <a:rPr lang="es-ES" dirty="0"/>
              <a:t>o una sugerencia del elemento padre </a:t>
            </a:r>
            <a:r>
              <a:rPr lang="es-ES" b="1" dirty="0" err="1"/>
              <a:t>datalist</a:t>
            </a:r>
            <a:endParaRPr lang="es-ES" b="1" dirty="0"/>
          </a:p>
          <a:p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select</a:t>
            </a:r>
            <a:r>
              <a:rPr lang="es-ES" b="1" dirty="0"/>
              <a:t> </a:t>
            </a:r>
            <a:r>
              <a:rPr lang="es-ES" dirty="0"/>
              <a:t>permite al usuario elegir una opción de un conjunto de ítems</a:t>
            </a:r>
          </a:p>
          <a:p>
            <a:r>
              <a:rPr lang="es-ES" dirty="0"/>
              <a:t>mostrado como una lista de opciones. Las opciones </a:t>
            </a:r>
            <a:r>
              <a:rPr lang="es-ES" b="1" dirty="0"/>
              <a:t>(</a:t>
            </a:r>
            <a:r>
              <a:rPr lang="es-ES" b="1" dirty="0" err="1"/>
              <a:t>option</a:t>
            </a:r>
            <a:r>
              <a:rPr lang="es-ES" b="1" dirty="0"/>
              <a:t>) </a:t>
            </a:r>
            <a:r>
              <a:rPr lang="es-ES" dirty="0"/>
              <a:t>se pueden agrupar</a:t>
            </a:r>
          </a:p>
          <a:p>
            <a:r>
              <a:rPr lang="es-ES" dirty="0"/>
              <a:t>con el elemento </a:t>
            </a:r>
            <a:r>
              <a:rPr lang="es-ES" b="1" dirty="0" err="1"/>
              <a:t>optgroup</a:t>
            </a:r>
            <a:r>
              <a:rPr lang="es-ES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Atributos significativos de </a:t>
            </a:r>
            <a:r>
              <a:rPr lang="es-ES" b="1" dirty="0" err="1"/>
              <a:t>select</a:t>
            </a:r>
            <a:r>
              <a:rPr lang="es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multiple</a:t>
            </a:r>
            <a:r>
              <a:rPr lang="es-ES" dirty="0"/>
              <a:t> = selección múltiple.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size</a:t>
            </a:r>
            <a:r>
              <a:rPr lang="es-ES" dirty="0"/>
              <a:t> = indica el número de líneas que se mostrarán simultáneamente.</a:t>
            </a:r>
          </a:p>
        </p:txBody>
      </p:sp>
    </p:spTree>
    <p:extLst>
      <p:ext uri="{BB962C8B-B14F-4D97-AF65-F5344CB8AC3E}">
        <p14:creationId xmlns:p14="http://schemas.microsoft.com/office/powerpoint/2010/main" val="976979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3A06C8-E52F-7FE2-D39D-5A1BBFA54F00}"/>
              </a:ext>
            </a:extLst>
          </p:cNvPr>
          <p:cNvSpPr txBox="1"/>
          <p:nvPr/>
        </p:nvSpPr>
        <p:spPr>
          <a:xfrm>
            <a:off x="158115" y="1330673"/>
            <a:ext cx="53511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friend-select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Elige un amigo: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friend-select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--Por favor elige una opción--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Perrito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"lucas"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Lucas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Trotacielos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satanas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Satanas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(agotado)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doritoman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Dorito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514FC7-EDCF-5BB2-B7EB-7F3948118C39}"/>
              </a:ext>
            </a:extLst>
          </p:cNvPr>
          <p:cNvSpPr txBox="1"/>
          <p:nvPr/>
        </p:nvSpPr>
        <p:spPr>
          <a:xfrm>
            <a:off x="403860" y="3436620"/>
            <a:ext cx="9500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</a:t>
            </a:r>
            <a:r>
              <a:rPr lang="es-ES" b="1" dirty="0" err="1"/>
              <a:t>option</a:t>
            </a:r>
            <a:r>
              <a:rPr lang="es-ES" dirty="0"/>
              <a:t> que tenga el atributo </a:t>
            </a:r>
            <a:r>
              <a:rPr lang="es-ES" b="1" dirty="0" err="1"/>
              <a:t>selected</a:t>
            </a:r>
            <a:r>
              <a:rPr lang="es-ES" dirty="0"/>
              <a:t> será el cargado por defecto al abrir el documento</a:t>
            </a:r>
          </a:p>
          <a:p>
            <a:r>
              <a:rPr lang="es-ES" dirty="0"/>
              <a:t>web. Si queremos que una opción esté deshabilitada usaremos el atributo </a:t>
            </a:r>
            <a:r>
              <a:rPr lang="es-ES" b="1" dirty="0" err="1"/>
              <a:t>disabled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798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Formularios – Algunos atributos del input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6C01B7-36B1-B7D2-DDF3-29EF8E51C8CF}"/>
              </a:ext>
            </a:extLst>
          </p:cNvPr>
          <p:cNvSpPr txBox="1"/>
          <p:nvPr/>
        </p:nvSpPr>
        <p:spPr>
          <a:xfrm>
            <a:off x="678180" y="1478280"/>
            <a:ext cx="2602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Un ejemplo con </a:t>
            </a:r>
            <a:r>
              <a:rPr lang="es-ES" b="1" dirty="0" err="1"/>
              <a:t>optgroup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98ACFC-3EFD-EB87-FE5E-594652D05BCA}"/>
              </a:ext>
            </a:extLst>
          </p:cNvPr>
          <p:cNvSpPr txBox="1"/>
          <p:nvPr/>
        </p:nvSpPr>
        <p:spPr>
          <a:xfrm>
            <a:off x="4402455" y="1354039"/>
            <a:ext cx="4429125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"car-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Elige un modelo de coche: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"car-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"cars"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"Coches Deportivos"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ferrari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Ferrari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"lambo"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Lamborghini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porsche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Porsche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"Coches de Lujo"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"mercedes"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Mercedes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bmw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BMW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audi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Audi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"Coches Económicos"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toyota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Toyota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ford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Ford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"honda"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Honda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23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173630-5328-0A78-6A15-C10F7E619F1A}"/>
              </a:ext>
            </a:extLst>
          </p:cNvPr>
          <p:cNvSpPr txBox="1"/>
          <p:nvPr/>
        </p:nvSpPr>
        <p:spPr>
          <a:xfrm>
            <a:off x="731520" y="1615440"/>
            <a:ext cx="9409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button</a:t>
            </a:r>
            <a:r>
              <a:rPr lang="es-ES" dirty="0"/>
              <a:t> es un elemento que nos permite crear un botón. Este botón  no tiene una funcionalidad</a:t>
            </a:r>
          </a:p>
          <a:p>
            <a:r>
              <a:rPr lang="es-ES" dirty="0"/>
              <a:t>Específica como el elemento input de tipo </a:t>
            </a:r>
            <a:r>
              <a:rPr lang="es-ES" dirty="0" err="1"/>
              <a:t>submit</a:t>
            </a:r>
            <a:r>
              <a:rPr lang="es-ES" dirty="0"/>
              <a:t> o </a:t>
            </a:r>
            <a:r>
              <a:rPr lang="es-ES" dirty="0" err="1"/>
              <a:t>reset</a:t>
            </a:r>
            <a:r>
              <a:rPr lang="es-ES" dirty="0"/>
              <a:t>, si no que debe programarse.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DC8C98-8771-2724-79FF-9580AF030D6C}"/>
              </a:ext>
            </a:extLst>
          </p:cNvPr>
          <p:cNvSpPr txBox="1"/>
          <p:nvPr/>
        </p:nvSpPr>
        <p:spPr>
          <a:xfrm>
            <a:off x="2459355" y="2242304"/>
            <a:ext cx="504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aquí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C45583-2FCB-A2D5-1BAA-ADA7B41D172E}"/>
              </a:ext>
            </a:extLst>
          </p:cNvPr>
          <p:cNvSpPr txBox="1"/>
          <p:nvPr/>
        </p:nvSpPr>
        <p:spPr>
          <a:xfrm>
            <a:off x="693420" y="2895600"/>
            <a:ext cx="83528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fieldset</a:t>
            </a:r>
            <a:r>
              <a:rPr lang="es-ES" dirty="0"/>
              <a:t> permite agrupar un conjunto de campos de un formulario. Con el elemento </a:t>
            </a:r>
          </a:p>
          <a:p>
            <a:r>
              <a:rPr lang="es-ES" b="1" dirty="0" err="1"/>
              <a:t>legend</a:t>
            </a:r>
            <a:r>
              <a:rPr lang="es-ES" dirty="0"/>
              <a:t> (este sería hijo de </a:t>
            </a:r>
            <a:r>
              <a:rPr lang="es-ES" b="1" dirty="0" err="1"/>
              <a:t>fieldset</a:t>
            </a:r>
            <a:r>
              <a:rPr lang="es-ES" dirty="0"/>
              <a:t>) podemos asignarle un título al marco.</a:t>
            </a:r>
          </a:p>
          <a:p>
            <a:r>
              <a:rPr lang="es-ES" dirty="0"/>
              <a:t>Atributos significativos de </a:t>
            </a:r>
            <a:r>
              <a:rPr lang="es-ES" dirty="0" err="1"/>
              <a:t>fieldset</a:t>
            </a:r>
            <a:r>
              <a:rPr lang="es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disabled</a:t>
            </a:r>
            <a:r>
              <a:rPr lang="es-ES" dirty="0"/>
              <a:t>: deshabilita todos los elementos contenidos.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form</a:t>
            </a:r>
            <a:r>
              <a:rPr lang="es-ES" dirty="0"/>
              <a:t>: valor del atributo id del formulario al que está asociado.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 err="1"/>
              <a:t>name</a:t>
            </a:r>
            <a:r>
              <a:rPr lang="es-ES" dirty="0"/>
              <a:t>: asigna un nombre al conjunto de campos.</a:t>
            </a:r>
          </a:p>
        </p:txBody>
      </p:sp>
    </p:spTree>
    <p:extLst>
      <p:ext uri="{BB962C8B-B14F-4D97-AF65-F5344CB8AC3E}">
        <p14:creationId xmlns:p14="http://schemas.microsoft.com/office/powerpoint/2010/main" val="190032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200747-F407-964A-0E07-B9EDB330D8AE}"/>
              </a:ext>
            </a:extLst>
          </p:cNvPr>
          <p:cNvSpPr txBox="1"/>
          <p:nvPr/>
        </p:nvSpPr>
        <p:spPr>
          <a:xfrm>
            <a:off x="662940" y="1645920"/>
            <a:ext cx="8510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meter representa un valor dentro de un rango y puede ser bastante útil para</a:t>
            </a:r>
          </a:p>
          <a:p>
            <a:r>
              <a:rPr lang="es-ES" dirty="0"/>
              <a:t>representar, por ejemplo, calificaciones, resultados de encuestas, uso de un recurso o</a:t>
            </a:r>
          </a:p>
          <a:p>
            <a:r>
              <a:rPr lang="es-ES" dirty="0"/>
              <a:t>seguridad de una contraseña.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B989E7-0E05-E909-465A-731127BC3DBB}"/>
              </a:ext>
            </a:extLst>
          </p:cNvPr>
          <p:cNvSpPr txBox="1"/>
          <p:nvPr/>
        </p:nvSpPr>
        <p:spPr>
          <a:xfrm>
            <a:off x="350521" y="2637294"/>
            <a:ext cx="8717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"90"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optimum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"4.9"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optimum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optimum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"6.9"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optimum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Uso del disco: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"7"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optimum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meter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96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200747-F407-964A-0E07-B9EDB330D8AE}"/>
              </a:ext>
            </a:extLst>
          </p:cNvPr>
          <p:cNvSpPr txBox="1"/>
          <p:nvPr/>
        </p:nvSpPr>
        <p:spPr>
          <a:xfrm>
            <a:off x="662940" y="1645920"/>
            <a:ext cx="69034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Atributos utilizados: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value</a:t>
            </a:r>
            <a:r>
              <a:rPr lang="es-ES" dirty="0"/>
              <a:t>: valor 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min</a:t>
            </a:r>
            <a:r>
              <a:rPr lang="es-ES" dirty="0"/>
              <a:t>: valor mínimo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max</a:t>
            </a:r>
            <a:r>
              <a:rPr lang="es-ES" dirty="0"/>
              <a:t>: valor máximo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low</a:t>
            </a:r>
            <a:r>
              <a:rPr lang="es-ES" dirty="0"/>
              <a:t>: umbral por debajo por el que se considera que el valor es bajo.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high</a:t>
            </a:r>
            <a:r>
              <a:rPr lang="es-ES" dirty="0"/>
              <a:t>: umbral por encima por el que se considera que el valor es alto.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optimum</a:t>
            </a:r>
            <a:r>
              <a:rPr lang="es-ES" dirty="0"/>
              <a:t>: umbral por el que se considera el valor como óptimo.</a:t>
            </a:r>
          </a:p>
        </p:txBody>
      </p:sp>
    </p:spTree>
    <p:extLst>
      <p:ext uri="{BB962C8B-B14F-4D97-AF65-F5344CB8AC3E}">
        <p14:creationId xmlns:p14="http://schemas.microsoft.com/office/powerpoint/2010/main" val="2718574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>
                <a:cs typeface="Noto Sans" pitchFamily="2"/>
              </a:rPr>
              <a:t>Formularios</a:t>
            </a:r>
            <a:endParaRPr lang="es-ES" dirty="0">
              <a:cs typeface="Noto Sans" pitchFamily="2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200747-F407-964A-0E07-B9EDB330D8AE}"/>
              </a:ext>
            </a:extLst>
          </p:cNvPr>
          <p:cNvSpPr txBox="1"/>
          <p:nvPr/>
        </p:nvSpPr>
        <p:spPr>
          <a:xfrm>
            <a:off x="662940" y="1645920"/>
            <a:ext cx="911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</a:t>
            </a:r>
            <a:r>
              <a:rPr lang="es-ES" b="1" dirty="0" err="1"/>
              <a:t>progress</a:t>
            </a:r>
            <a:r>
              <a:rPr lang="es-ES" dirty="0"/>
              <a:t> es muy similar a meter, pero este indica el grado de avance de un proceso.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659ED8-2174-AD79-CA6F-5268594A2AEA}"/>
              </a:ext>
            </a:extLst>
          </p:cNvPr>
          <p:cNvSpPr txBox="1"/>
          <p:nvPr/>
        </p:nvSpPr>
        <p:spPr>
          <a:xfrm>
            <a:off x="1979294" y="2096185"/>
            <a:ext cx="554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A5EB4A-805D-C114-14C7-3FF0DFCAE1C7}"/>
              </a:ext>
            </a:extLst>
          </p:cNvPr>
          <p:cNvSpPr txBox="1"/>
          <p:nvPr/>
        </p:nvSpPr>
        <p:spPr>
          <a:xfrm>
            <a:off x="426720" y="2468880"/>
            <a:ext cx="94866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textarea</a:t>
            </a:r>
            <a:r>
              <a:rPr lang="es-ES" dirty="0"/>
              <a:t> proporciona un área para la introducción de texto. La diferencia con respecto al input</a:t>
            </a:r>
          </a:p>
          <a:p>
            <a:r>
              <a:rPr lang="es-ES" dirty="0"/>
              <a:t>De tipo </a:t>
            </a:r>
            <a:r>
              <a:rPr lang="es-ES" dirty="0" err="1"/>
              <a:t>text</a:t>
            </a:r>
            <a:r>
              <a:rPr lang="es-ES" dirty="0"/>
              <a:t> es que </a:t>
            </a:r>
            <a:r>
              <a:rPr lang="es-ES" dirty="0" err="1"/>
              <a:t>textarea</a:t>
            </a:r>
            <a:r>
              <a:rPr lang="es-ES" dirty="0"/>
              <a:t> permite introducir múltiples líneas.</a:t>
            </a:r>
          </a:p>
          <a:p>
            <a:r>
              <a:rPr lang="es-ES" dirty="0"/>
              <a:t>Atributos significativos: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row</a:t>
            </a:r>
            <a:r>
              <a:rPr lang="es-ES" dirty="0"/>
              <a:t> y </a:t>
            </a:r>
            <a:r>
              <a:rPr lang="es-ES" b="1" dirty="0" err="1"/>
              <a:t>cols</a:t>
            </a:r>
            <a:r>
              <a:rPr lang="es-ES" b="1" dirty="0"/>
              <a:t>: </a:t>
            </a:r>
            <a:r>
              <a:rPr lang="es-ES" b="1" dirty="0" err="1"/>
              <a:t>row</a:t>
            </a:r>
            <a:r>
              <a:rPr lang="es-ES" b="1" dirty="0"/>
              <a:t> </a:t>
            </a:r>
            <a:r>
              <a:rPr lang="es-ES" dirty="0"/>
              <a:t>indica el número de líneas de texto visibles y </a:t>
            </a:r>
            <a:r>
              <a:rPr lang="es-ES" b="1" dirty="0" err="1"/>
              <a:t>cols</a:t>
            </a:r>
            <a:r>
              <a:rPr lang="es-ES" b="1" dirty="0"/>
              <a:t> </a:t>
            </a:r>
            <a:r>
              <a:rPr lang="es-ES" dirty="0"/>
              <a:t>el ancho del área de texto en</a:t>
            </a:r>
          </a:p>
          <a:p>
            <a:r>
              <a:rPr lang="es-ES" dirty="0"/>
              <a:t>términos de caracteres promedio.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spellcheck</a:t>
            </a:r>
            <a:r>
              <a:rPr lang="es-ES" dirty="0"/>
              <a:t>: determina si el texto debe de ser revisado ortográfica y gramaticalmente (true/false)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wrap</a:t>
            </a:r>
            <a:r>
              <a:rPr lang="es-ES" dirty="0"/>
              <a:t> (</a:t>
            </a:r>
            <a:r>
              <a:rPr lang="es-ES" dirty="0" err="1"/>
              <a:t>soft</a:t>
            </a:r>
            <a:r>
              <a:rPr lang="es-ES" dirty="0"/>
              <a:t> y </a:t>
            </a:r>
            <a:r>
              <a:rPr lang="es-ES" dirty="0" err="1"/>
              <a:t>hard</a:t>
            </a:r>
            <a:r>
              <a:rPr lang="es-ES" dirty="0"/>
              <a:t>): </a:t>
            </a:r>
            <a:r>
              <a:rPr lang="es-ES" dirty="0" err="1"/>
              <a:t>Metodo</a:t>
            </a:r>
            <a:r>
              <a:rPr lang="es-ES" dirty="0"/>
              <a:t> de ajuste de </a:t>
            </a:r>
            <a:r>
              <a:rPr lang="es-ES" dirty="0" err="1"/>
              <a:t>envio</a:t>
            </a:r>
            <a:r>
              <a:rPr lang="es-ES" dirty="0"/>
              <a:t> de saltos de línea al servidor que procesa el </a:t>
            </a:r>
            <a:r>
              <a:rPr lang="es-ES" dirty="0" err="1"/>
              <a:t>form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Otros atributos ya vistos, como </a:t>
            </a:r>
            <a:r>
              <a:rPr lang="es-ES" dirty="0" err="1"/>
              <a:t>placeholder</a:t>
            </a:r>
            <a:r>
              <a:rPr lang="es-ES" dirty="0"/>
              <a:t>, </a:t>
            </a:r>
            <a:r>
              <a:rPr lang="es-ES" dirty="0" err="1"/>
              <a:t>required</a:t>
            </a:r>
            <a:r>
              <a:rPr lang="es-ES" dirty="0"/>
              <a:t>, </a:t>
            </a:r>
            <a:r>
              <a:rPr lang="es-ES" dirty="0" err="1"/>
              <a:t>readonly</a:t>
            </a:r>
            <a:r>
              <a:rPr lang="es-ES" dirty="0"/>
              <a:t>, </a:t>
            </a:r>
            <a:r>
              <a:rPr lang="es-ES" dirty="0" err="1"/>
              <a:t>minlength</a:t>
            </a:r>
            <a:r>
              <a:rPr lang="es-ES" dirty="0"/>
              <a:t>, </a:t>
            </a:r>
            <a:r>
              <a:rPr lang="es-ES" dirty="0" err="1"/>
              <a:t>maxlength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2702035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dnightblu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dnightblu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2285</Words>
  <Application>Microsoft Macintosh PowerPoint</Application>
  <PresentationFormat>Personalizado</PresentationFormat>
  <Paragraphs>206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Noto Sans</vt:lpstr>
      <vt:lpstr>Midnightblue</vt:lpstr>
      <vt:lpstr>Midnightblue1</vt:lpstr>
      <vt:lpstr>Midnightblue2</vt:lpstr>
      <vt:lpstr>Utilización de lenguajes de marcas en entornos web</vt:lpstr>
      <vt:lpstr>Formularios</vt:lpstr>
      <vt:lpstr>Formularios</vt:lpstr>
      <vt:lpstr>Formularios</vt:lpstr>
      <vt:lpstr>Formularios</vt:lpstr>
      <vt:lpstr>Formularios</vt:lpstr>
      <vt:lpstr>Formularios</vt:lpstr>
      <vt:lpstr>Formularios</vt:lpstr>
      <vt:lpstr>Formularios – Algunos atributos del input</vt:lpstr>
      <vt:lpstr>Formularios – Algunos atributos del input</vt:lpstr>
      <vt:lpstr>Formularios – Algunos atributos del input</vt:lpstr>
      <vt:lpstr>Formularios – Algunos atributos del input</vt:lpstr>
      <vt:lpstr>Formularios – Algunos atributos del input</vt:lpstr>
      <vt:lpstr>Formularios – Algunos atributos del input</vt:lpstr>
      <vt:lpstr>Formularios</vt:lpstr>
      <vt:lpstr>Formularios</vt:lpstr>
      <vt:lpstr>Formularios</vt:lpstr>
      <vt:lpstr>Formularios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creator>Juan</dc:creator>
  <cp:lastModifiedBy>Francisco Alía Hernández</cp:lastModifiedBy>
  <cp:revision>57</cp:revision>
  <dcterms:created xsi:type="dcterms:W3CDTF">2022-09-11T16:37:12Z</dcterms:created>
  <dcterms:modified xsi:type="dcterms:W3CDTF">2025-10-15T06:57:08Z</dcterms:modified>
</cp:coreProperties>
</file>